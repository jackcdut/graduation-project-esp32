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6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16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13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33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B2CB"/>
    <a:srgbClr val="D6E5C0"/>
    <a:srgbClr val="EAF2DF"/>
    <a:srgbClr val="F4B183"/>
    <a:srgbClr val="FFCD4E"/>
    <a:srgbClr val="F37F79"/>
    <a:srgbClr val="099493"/>
    <a:srgbClr val="E3C1E3"/>
    <a:srgbClr val="408BCA"/>
    <a:srgbClr val="E5E0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05" autoAdjust="0"/>
    <p:restoredTop sz="94440" autoAdjust="0"/>
  </p:normalViewPr>
  <p:slideViewPr>
    <p:cSldViewPr snapToGrid="0" showGuides="1">
      <p:cViewPr>
        <p:scale>
          <a:sx n="150" d="100"/>
          <a:sy n="150" d="100"/>
        </p:scale>
        <p:origin x="1992" y="-435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D153A-0715-4811-AA1F-5CD92AFC94B2}" type="datetimeFigureOut">
              <a:rPr lang="zh-CN" altLang="en-US" smtClean="0"/>
              <a:t>2025-12-19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8DAE5-EE95-47ED-9644-E85488CA16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1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13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33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360613" y="1143000"/>
            <a:ext cx="21367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8DAE5-EE95-47ED-9644-E85488CA166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2" y="1621192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2" y="5202946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519D0-A8B6-4486-80CC-52C245BA131D}" type="datetime1">
              <a:rPr lang="zh-CN" altLang="en-US" smtClean="0"/>
              <a:t>2025-12-19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D2F27-0176-4A42-8039-561834B96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E7AB0-292B-403F-8B21-46AD44031DA4}" type="datetime1">
              <a:rPr lang="zh-CN" altLang="en-US" smtClean="0"/>
              <a:t>2025-12-19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D2F27-0176-4A42-8039-561834B96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8" y="2469626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8" y="6629227"/>
            <a:ext cx="5915025" cy="216693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34CC4-0E9A-4E6C-8771-9EE738A9DA36}" type="datetime1">
              <a:rPr lang="zh-CN" altLang="en-US" smtClean="0"/>
              <a:t>2025-12-19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D2F27-0176-4A42-8039-561834B96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F216A-E6DB-4469-831F-CAC3B9764F6B}" type="datetime1">
              <a:rPr lang="zh-CN" altLang="en-US" smtClean="0"/>
              <a:t>2025-12-19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D2F27-0176-4A42-8039-561834B96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3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3" y="2428349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3" y="3618444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5" y="2428349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5" y="3618444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F2E7-6C9F-49BA-9EA5-9929CA04D1D1}" type="datetime1">
              <a:rPr lang="zh-CN" altLang="en-US" smtClean="0"/>
              <a:t>2025-12-19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D2F27-0176-4A42-8039-561834B96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91822-D839-414B-A6F7-9906A2C217CE}" type="datetime1">
              <a:rPr lang="zh-CN" altLang="en-US" smtClean="0"/>
              <a:t>2025-12-19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D2F27-0176-4A42-8039-561834B96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FBE29-25B2-462D-8F24-1F904682D655}" type="datetime1">
              <a:rPr lang="zh-CN" altLang="en-US" smtClean="0"/>
              <a:t>2025-12-19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D2F27-0176-4A42-8039-561834B96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5" y="1426285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2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B7A9C-99DC-403A-9BA7-18665E80D8ED}" type="datetime1">
              <a:rPr lang="zh-CN" altLang="en-US" smtClean="0"/>
              <a:t>2025-12-19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D2F27-0176-4A42-8039-561834B96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5" y="1426285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2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084E4-FEAE-4B69-A5DB-9EBB71A9FE96}" type="datetime1">
              <a:rPr lang="zh-CN" altLang="en-US" smtClean="0"/>
              <a:t>2025-12-19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D2F27-0176-4A42-8039-561834B96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D515F-5151-4A09-A04C-8C572419A956}" type="datetime1">
              <a:rPr lang="zh-CN" altLang="en-US" smtClean="0"/>
              <a:t>2025-12-19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D2F27-0176-4A42-8039-561834B96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9" y="527405"/>
            <a:ext cx="1478755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90" y="527405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42392-85C8-4753-807A-5930EB54218C}" type="datetime1">
              <a:rPr lang="zh-CN" altLang="en-US" smtClean="0"/>
              <a:t>2025-12-19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D2F27-0176-4A42-8039-561834B96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AA6B-2B07-44D0-BFC0-9B9DB51CD7C6}" type="datetime1">
              <a:rPr lang="zh-CN" altLang="en-US" smtClean="0"/>
              <a:t>2025-12-19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220333" y="25060"/>
            <a:ext cx="510570" cy="527403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77D2F27-0176-4A42-8039-561834B96145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216206" y="527403"/>
            <a:ext cx="6425594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/>
        </p:nvCxnSpPr>
        <p:spPr>
          <a:xfrm>
            <a:off x="730902" y="101600"/>
            <a:ext cx="0" cy="37432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90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90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90" y="9181399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519D0-A8B6-4486-80CC-52C245BA131D}" type="datetime1">
              <a:rPr lang="zh-CN" altLang="en-US" smtClean="0"/>
              <a:t>2025-12-19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5" y="9181399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9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D2F27-0176-4A42-8039-561834B9614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/>
          <p:nvPr/>
        </p:nvSpPr>
        <p:spPr>
          <a:xfrm>
            <a:off x="1532342" y="1786197"/>
            <a:ext cx="1128972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突出双核异构与云端协同研究的必要性</a:t>
            </a: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716772" y="1929153"/>
            <a:ext cx="1807559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通信与协同控制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648267" y="1478043"/>
            <a:ext cx="1807559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zh-CN" altLang="en-US" sz="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功能分散，云端能力弱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59774" y="1478043"/>
            <a:ext cx="1544286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关键技术挑战 </a:t>
            </a:r>
            <a:r>
              <a:rPr lang="en-US" altLang="zh-CN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520802" y="941389"/>
            <a:ext cx="5986772" cy="1510115"/>
          </a:xfrm>
          <a:prstGeom prst="roundRect">
            <a:avLst>
              <a:gd name="adj" fmla="val 2372"/>
            </a:avLst>
          </a:prstGeom>
          <a:noFill/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521586" y="578124"/>
            <a:ext cx="5985986" cy="263451"/>
          </a:xfrm>
          <a:prstGeom prst="roundRect">
            <a:avLst>
              <a:gd name="adj" fmla="val 10309"/>
            </a:avLst>
          </a:prstGeom>
          <a:solidFill>
            <a:srgbClr val="B8DDE5"/>
          </a:soli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面向开发调试的一体化便携系统设计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559775" y="991302"/>
            <a:ext cx="2019179" cy="1387817"/>
            <a:chOff x="724876" y="991302"/>
            <a:chExt cx="1491812" cy="1387817"/>
          </a:xfrm>
          <a:effectLst/>
        </p:grpSpPr>
        <p:sp>
          <p:nvSpPr>
            <p:cNvPr id="13" name="矩形: 圆顶角 12"/>
            <p:cNvSpPr/>
            <p:nvPr/>
          </p:nvSpPr>
          <p:spPr>
            <a:xfrm>
              <a:off x="724876" y="991302"/>
              <a:ext cx="1491812" cy="263451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EAF2D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一体化便携测试系统概述</a:t>
              </a:r>
            </a:p>
          </p:txBody>
        </p:sp>
        <p:sp>
          <p:nvSpPr>
            <p:cNvPr id="144" name="矩形: 圆角 143"/>
            <p:cNvSpPr/>
            <p:nvPr/>
          </p:nvSpPr>
          <p:spPr>
            <a:xfrm>
              <a:off x="724876" y="991303"/>
              <a:ext cx="1491811" cy="1387816"/>
            </a:xfrm>
            <a:prstGeom prst="roundRect">
              <a:avLst>
                <a:gd name="adj" fmla="val 2372"/>
              </a:avLst>
            </a:prstGeom>
            <a:noFill/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矩形: 圆角 4"/>
          <p:cNvSpPr/>
          <p:nvPr/>
        </p:nvSpPr>
        <p:spPr>
          <a:xfrm rot="16200000">
            <a:off x="-543214" y="1504831"/>
            <a:ext cx="1510115" cy="383230"/>
          </a:xfrm>
          <a:prstGeom prst="roundRect">
            <a:avLst>
              <a:gd name="adj" fmla="val 10309"/>
            </a:avLst>
          </a:prstGeom>
          <a:solidFill>
            <a:srgbClr val="D6E5C0"/>
          </a:soli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第一阶段</a:t>
            </a:r>
            <a:endParaRPr lang="en-US" altLang="zh-CN" sz="105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理论研究与方案设计</a:t>
            </a:r>
          </a:p>
        </p:txBody>
      </p:sp>
      <p:sp>
        <p:nvSpPr>
          <p:cNvPr id="6" name="图形 32"/>
          <p:cNvSpPr/>
          <p:nvPr/>
        </p:nvSpPr>
        <p:spPr>
          <a:xfrm rot="7109885">
            <a:off x="1993445" y="1402771"/>
            <a:ext cx="227422" cy="181333"/>
          </a:xfrm>
          <a:custGeom>
            <a:avLst/>
            <a:gdLst>
              <a:gd name="connsiteX0" fmla="*/ 503717 w 712577"/>
              <a:gd name="connsiteY0" fmla="*/ 121897 h 568167"/>
              <a:gd name="connsiteX1" fmla="*/ 503717 w 712577"/>
              <a:gd name="connsiteY1" fmla="*/ -545 h 568167"/>
              <a:gd name="connsiteX2" fmla="*/ 712413 w 712577"/>
              <a:gd name="connsiteY2" fmla="*/ 197019 h 568167"/>
              <a:gd name="connsiteX3" fmla="*/ 503717 w 712577"/>
              <a:gd name="connsiteY3" fmla="*/ 395087 h 568167"/>
              <a:gd name="connsiteX4" fmla="*/ 503717 w 712577"/>
              <a:gd name="connsiteY4" fmla="*/ 271024 h 568167"/>
              <a:gd name="connsiteX5" fmla="*/ 11246 w 712577"/>
              <a:gd name="connsiteY5" fmla="*/ 567623 h 568167"/>
              <a:gd name="connsiteX6" fmla="*/ -164 w 712577"/>
              <a:gd name="connsiteY6" fmla="*/ 493077 h 568167"/>
              <a:gd name="connsiteX7" fmla="*/ 503679 w 712577"/>
              <a:gd name="connsiteY7" fmla="*/ 121897 h 56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2577" h="568167">
                <a:moveTo>
                  <a:pt x="503717" y="121897"/>
                </a:moveTo>
                <a:lnTo>
                  <a:pt x="503717" y="-545"/>
                </a:lnTo>
                <a:lnTo>
                  <a:pt x="712413" y="197019"/>
                </a:lnTo>
                <a:lnTo>
                  <a:pt x="503717" y="395087"/>
                </a:lnTo>
                <a:lnTo>
                  <a:pt x="503717" y="271024"/>
                </a:lnTo>
                <a:cubicBezTo>
                  <a:pt x="258166" y="288346"/>
                  <a:pt x="59474" y="409996"/>
                  <a:pt x="11246" y="567623"/>
                </a:cubicBezTo>
                <a:cubicBezTo>
                  <a:pt x="3826" y="543393"/>
                  <a:pt x="-16" y="518304"/>
                  <a:pt x="-164" y="493077"/>
                </a:cubicBezTo>
                <a:cubicBezTo>
                  <a:pt x="-164" y="300771"/>
                  <a:pt x="220436" y="142172"/>
                  <a:pt x="503679" y="121897"/>
                </a:cubicBezTo>
                <a:close/>
              </a:path>
            </a:pathLst>
          </a:custGeom>
          <a:solidFill>
            <a:srgbClr val="488689"/>
          </a:solidFill>
          <a:ln w="605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641409" y="991301"/>
            <a:ext cx="2584006" cy="1387817"/>
            <a:chOff x="724876" y="991302"/>
            <a:chExt cx="1491812" cy="1387817"/>
          </a:xfrm>
          <a:effectLst/>
        </p:grpSpPr>
        <p:sp>
          <p:nvSpPr>
            <p:cNvPr id="10" name="矩形: 圆顶角 9"/>
            <p:cNvSpPr/>
            <p:nvPr/>
          </p:nvSpPr>
          <p:spPr>
            <a:xfrm>
              <a:off x="724876" y="991302"/>
              <a:ext cx="1491812" cy="263451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EAF2D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国内外便携测试系统研究现状</a:t>
              </a:r>
            </a:p>
          </p:txBody>
        </p:sp>
        <p:sp>
          <p:nvSpPr>
            <p:cNvPr id="11" name="矩形: 圆角 10"/>
            <p:cNvSpPr/>
            <p:nvPr/>
          </p:nvSpPr>
          <p:spPr>
            <a:xfrm>
              <a:off x="724876" y="991302"/>
              <a:ext cx="1491811" cy="1387817"/>
            </a:xfrm>
            <a:prstGeom prst="roundRect">
              <a:avLst>
                <a:gd name="adj" fmla="val 2372"/>
              </a:avLst>
            </a:prstGeom>
            <a:noFill/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287867" y="991302"/>
            <a:ext cx="1181373" cy="1387817"/>
            <a:chOff x="724876" y="991302"/>
            <a:chExt cx="1491812" cy="1387817"/>
          </a:xfrm>
          <a:effectLst/>
        </p:grpSpPr>
        <p:sp>
          <p:nvSpPr>
            <p:cNvPr id="14" name="矩形: 圆顶角 13"/>
            <p:cNvSpPr/>
            <p:nvPr/>
          </p:nvSpPr>
          <p:spPr>
            <a:xfrm>
              <a:off x="724876" y="991302"/>
              <a:ext cx="1491812" cy="263451"/>
            </a:xfrm>
            <a:prstGeom prst="round2SameRect">
              <a:avLst>
                <a:gd name="adj1" fmla="val 9436"/>
                <a:gd name="adj2" fmla="val 0"/>
              </a:avLst>
            </a:prstGeom>
            <a:solidFill>
              <a:srgbClr val="EAF2D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研究方法概述</a:t>
              </a:r>
            </a:p>
          </p:txBody>
        </p:sp>
        <p:sp>
          <p:nvSpPr>
            <p:cNvPr id="15" name="矩形: 圆角 14"/>
            <p:cNvSpPr/>
            <p:nvPr/>
          </p:nvSpPr>
          <p:spPr>
            <a:xfrm>
              <a:off x="724876" y="991302"/>
              <a:ext cx="1491811" cy="1387817"/>
            </a:xfrm>
            <a:prstGeom prst="roundRect">
              <a:avLst>
                <a:gd name="adj" fmla="val 2372"/>
              </a:avLst>
            </a:prstGeom>
            <a:noFill/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endPara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参数测量</a:t>
              </a:r>
              <a:endPara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MATLAB</a:t>
              </a:r>
            </a:p>
            <a:p>
              <a:pPr algn="ctr"/>
              <a:r>
                <a:rPr lang="en-US" altLang="zh-CN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Simulink</a:t>
              </a:r>
              <a:r>
                <a:rPr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仿真</a:t>
              </a:r>
              <a:endPara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原型开发与功能测试</a:t>
              </a: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559774" y="1255560"/>
            <a:ext cx="1544286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系统架构和性能指标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562445" y="1486392"/>
            <a:ext cx="1447191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142395" y="1386125"/>
            <a:ext cx="417481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引出</a:t>
            </a: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112027" y="2148287"/>
            <a:ext cx="386448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900" b="1" i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</a:t>
            </a:r>
            <a:endParaRPr lang="zh-CN" altLang="en-US" sz="900" b="1" i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634634" y="1789301"/>
            <a:ext cx="914766" cy="496238"/>
            <a:chOff x="847005" y="1761643"/>
            <a:chExt cx="914766" cy="496238"/>
          </a:xfrm>
          <a:effectLst/>
        </p:grpSpPr>
        <p:sp>
          <p:nvSpPr>
            <p:cNvPr id="191" name="矩形: 圆角 190"/>
            <p:cNvSpPr/>
            <p:nvPr/>
          </p:nvSpPr>
          <p:spPr>
            <a:xfrm>
              <a:off x="847005" y="1761643"/>
              <a:ext cx="914766" cy="496238"/>
            </a:xfrm>
            <a:prstGeom prst="roundRect">
              <a:avLst>
                <a:gd name="adj" fmla="val 10309"/>
              </a:avLst>
            </a:prstGeom>
            <a:solidFill>
              <a:srgbClr val="EAF2D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 </a:t>
              </a:r>
              <a:r>
                <a:rPr lang="en-US" altLang="zh-CN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 </a:t>
              </a:r>
              <a:r>
                <a:rPr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根本原因</a:t>
              </a:r>
              <a:endPara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传统设计方案</a:t>
              </a:r>
              <a:endPara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本设计方案</a:t>
              </a:r>
              <a:endPara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矩形: 一个圆顶角，剪去另一个顶角 22"/>
            <p:cNvSpPr/>
            <p:nvPr/>
          </p:nvSpPr>
          <p:spPr>
            <a:xfrm>
              <a:off x="851226" y="1766406"/>
              <a:ext cx="133836" cy="168949"/>
            </a:xfrm>
            <a:custGeom>
              <a:avLst/>
              <a:gdLst>
                <a:gd name="connsiteX0" fmla="*/ 152403 w 914400"/>
                <a:gd name="connsiteY0" fmla="*/ 0 h 914400"/>
                <a:gd name="connsiteX1" fmla="*/ 761997 w 914400"/>
                <a:gd name="connsiteY1" fmla="*/ 0 h 914400"/>
                <a:gd name="connsiteX2" fmla="*/ 914400 w 914400"/>
                <a:gd name="connsiteY2" fmla="*/ 152403 h 914400"/>
                <a:gd name="connsiteX3" fmla="*/ 914400 w 914400"/>
                <a:gd name="connsiteY3" fmla="*/ 914400 h 914400"/>
                <a:gd name="connsiteX4" fmla="*/ 0 w 914400"/>
                <a:gd name="connsiteY4" fmla="*/ 914400 h 914400"/>
                <a:gd name="connsiteX5" fmla="*/ 0 w 914400"/>
                <a:gd name="connsiteY5" fmla="*/ 152403 h 914400"/>
                <a:gd name="connsiteX6" fmla="*/ 152403 w 914400"/>
                <a:gd name="connsiteY6" fmla="*/ 0 h 914400"/>
                <a:gd name="connsiteX0-1" fmla="*/ 152403 w 914400"/>
                <a:gd name="connsiteY0-2" fmla="*/ 0 h 914400"/>
                <a:gd name="connsiteX1-3" fmla="*/ 761997 w 914400"/>
                <a:gd name="connsiteY1-4" fmla="*/ 0 h 914400"/>
                <a:gd name="connsiteX2-5" fmla="*/ 914400 w 914400"/>
                <a:gd name="connsiteY2-6" fmla="*/ 152403 h 914400"/>
                <a:gd name="connsiteX3-7" fmla="*/ 0 w 914400"/>
                <a:gd name="connsiteY3-8" fmla="*/ 914400 h 914400"/>
                <a:gd name="connsiteX4-9" fmla="*/ 0 w 914400"/>
                <a:gd name="connsiteY4-10" fmla="*/ 152403 h 914400"/>
                <a:gd name="connsiteX5-11" fmla="*/ 152403 w 914400"/>
                <a:gd name="connsiteY5-12" fmla="*/ 0 h 914400"/>
                <a:gd name="connsiteX0-13" fmla="*/ 152403 w 914400"/>
                <a:gd name="connsiteY0-14" fmla="*/ 0 h 914400"/>
                <a:gd name="connsiteX1-15" fmla="*/ 914400 w 914400"/>
                <a:gd name="connsiteY1-16" fmla="*/ 152403 h 914400"/>
                <a:gd name="connsiteX2-17" fmla="*/ 0 w 914400"/>
                <a:gd name="connsiteY2-18" fmla="*/ 914400 h 914400"/>
                <a:gd name="connsiteX3-19" fmla="*/ 0 w 914400"/>
                <a:gd name="connsiteY3-20" fmla="*/ 152403 h 914400"/>
                <a:gd name="connsiteX4-21" fmla="*/ 152403 w 914400"/>
                <a:gd name="connsiteY4-22" fmla="*/ 0 h 914400"/>
                <a:gd name="connsiteX0-23" fmla="*/ 152403 w 914400"/>
                <a:gd name="connsiteY0-24" fmla="*/ 0 h 687258"/>
                <a:gd name="connsiteX1-25" fmla="*/ 914400 w 914400"/>
                <a:gd name="connsiteY1-26" fmla="*/ 152403 h 687258"/>
                <a:gd name="connsiteX2-27" fmla="*/ 27641 w 914400"/>
                <a:gd name="connsiteY2-28" fmla="*/ 687258 h 687258"/>
                <a:gd name="connsiteX3-29" fmla="*/ 0 w 914400"/>
                <a:gd name="connsiteY3-30" fmla="*/ 152403 h 687258"/>
                <a:gd name="connsiteX4-31" fmla="*/ 152403 w 914400"/>
                <a:gd name="connsiteY4-32" fmla="*/ 0 h 687258"/>
                <a:gd name="connsiteX0-33" fmla="*/ 152403 w 914400"/>
                <a:gd name="connsiteY0-34" fmla="*/ 0 h 732686"/>
                <a:gd name="connsiteX1-35" fmla="*/ 914400 w 914400"/>
                <a:gd name="connsiteY1-36" fmla="*/ 152403 h 732686"/>
                <a:gd name="connsiteX2-37" fmla="*/ 27641 w 914400"/>
                <a:gd name="connsiteY2-38" fmla="*/ 732686 h 732686"/>
                <a:gd name="connsiteX3-39" fmla="*/ 0 w 914400"/>
                <a:gd name="connsiteY3-40" fmla="*/ 152403 h 732686"/>
                <a:gd name="connsiteX4-41" fmla="*/ 152403 w 914400"/>
                <a:gd name="connsiteY4-42" fmla="*/ 0 h 732686"/>
                <a:gd name="connsiteX0-43" fmla="*/ 152403 w 964886"/>
                <a:gd name="connsiteY0-44" fmla="*/ 0 h 732686"/>
                <a:gd name="connsiteX1-45" fmla="*/ 964886 w 964886"/>
                <a:gd name="connsiteY1-46" fmla="*/ 12413 h 732686"/>
                <a:gd name="connsiteX2-47" fmla="*/ 27641 w 964886"/>
                <a:gd name="connsiteY2-48" fmla="*/ 732686 h 732686"/>
                <a:gd name="connsiteX3-49" fmla="*/ 0 w 964886"/>
                <a:gd name="connsiteY3-50" fmla="*/ 152403 h 732686"/>
                <a:gd name="connsiteX4-51" fmla="*/ 152403 w 964886"/>
                <a:gd name="connsiteY4-52" fmla="*/ 0 h 732686"/>
                <a:gd name="connsiteX0-53" fmla="*/ 155049 w 967532"/>
                <a:gd name="connsiteY0-54" fmla="*/ 0 h 711687"/>
                <a:gd name="connsiteX1-55" fmla="*/ 967532 w 967532"/>
                <a:gd name="connsiteY1-56" fmla="*/ 12413 h 711687"/>
                <a:gd name="connsiteX2-57" fmla="*/ 0 w 967532"/>
                <a:gd name="connsiteY2-58" fmla="*/ 711687 h 711687"/>
                <a:gd name="connsiteX3-59" fmla="*/ 2646 w 967532"/>
                <a:gd name="connsiteY3-60" fmla="*/ 152403 h 711687"/>
                <a:gd name="connsiteX4-61" fmla="*/ 155049 w 967532"/>
                <a:gd name="connsiteY4-62" fmla="*/ 0 h 711687"/>
                <a:gd name="connsiteX0-63" fmla="*/ 155049 w 1046187"/>
                <a:gd name="connsiteY0-64" fmla="*/ 72625 h 784312"/>
                <a:gd name="connsiteX1-65" fmla="*/ 1046187 w 1046187"/>
                <a:gd name="connsiteY1-66" fmla="*/ 0 h 784312"/>
                <a:gd name="connsiteX2-67" fmla="*/ 0 w 1046187"/>
                <a:gd name="connsiteY2-68" fmla="*/ 784312 h 784312"/>
                <a:gd name="connsiteX3-69" fmla="*/ 2646 w 1046187"/>
                <a:gd name="connsiteY3-70" fmla="*/ 225028 h 784312"/>
                <a:gd name="connsiteX4-71" fmla="*/ 155049 w 1046187"/>
                <a:gd name="connsiteY4-72" fmla="*/ 72625 h 784312"/>
                <a:gd name="connsiteX0-73" fmla="*/ 417230 w 1046187"/>
                <a:gd name="connsiteY0-74" fmla="*/ 0 h 847745"/>
                <a:gd name="connsiteX1-75" fmla="*/ 1046187 w 1046187"/>
                <a:gd name="connsiteY1-76" fmla="*/ 63433 h 847745"/>
                <a:gd name="connsiteX2-77" fmla="*/ 0 w 1046187"/>
                <a:gd name="connsiteY2-78" fmla="*/ 847745 h 847745"/>
                <a:gd name="connsiteX3-79" fmla="*/ 2646 w 1046187"/>
                <a:gd name="connsiteY3-80" fmla="*/ 288461 h 847745"/>
                <a:gd name="connsiteX4-81" fmla="*/ 417230 w 1046187"/>
                <a:gd name="connsiteY4-82" fmla="*/ 0 h 847745"/>
                <a:gd name="connsiteX0-83" fmla="*/ 417230 w 1065849"/>
                <a:gd name="connsiteY0-84" fmla="*/ 0 h 847745"/>
                <a:gd name="connsiteX1-85" fmla="*/ 1065849 w 1065849"/>
                <a:gd name="connsiteY1-86" fmla="*/ 63433 h 847745"/>
                <a:gd name="connsiteX2-87" fmla="*/ 0 w 1065849"/>
                <a:gd name="connsiteY2-88" fmla="*/ 847745 h 847745"/>
                <a:gd name="connsiteX3-89" fmla="*/ 2646 w 1065849"/>
                <a:gd name="connsiteY3-90" fmla="*/ 288461 h 847745"/>
                <a:gd name="connsiteX4-91" fmla="*/ 417230 w 1065849"/>
                <a:gd name="connsiteY4-92" fmla="*/ 0 h 847745"/>
                <a:gd name="connsiteX0-93" fmla="*/ 299243 w 1065849"/>
                <a:gd name="connsiteY0-94" fmla="*/ 343 h 784312"/>
                <a:gd name="connsiteX1-95" fmla="*/ 1065849 w 1065849"/>
                <a:gd name="connsiteY1-96" fmla="*/ 0 h 784312"/>
                <a:gd name="connsiteX2-97" fmla="*/ 0 w 1065849"/>
                <a:gd name="connsiteY2-98" fmla="*/ 784312 h 784312"/>
                <a:gd name="connsiteX3-99" fmla="*/ 2646 w 1065849"/>
                <a:gd name="connsiteY3-100" fmla="*/ 225028 h 784312"/>
                <a:gd name="connsiteX4-101" fmla="*/ 299243 w 1065849"/>
                <a:gd name="connsiteY4-102" fmla="*/ 343 h 784312"/>
                <a:gd name="connsiteX0-103" fmla="*/ 316262 w 1082868"/>
                <a:gd name="connsiteY0-104" fmla="*/ 343 h 784312"/>
                <a:gd name="connsiteX1-105" fmla="*/ 1082868 w 1082868"/>
                <a:gd name="connsiteY1-106" fmla="*/ 0 h 784312"/>
                <a:gd name="connsiteX2-107" fmla="*/ 17019 w 1082868"/>
                <a:gd name="connsiteY2-108" fmla="*/ 784312 h 784312"/>
                <a:gd name="connsiteX3-109" fmla="*/ 0 w 1082868"/>
                <a:gd name="connsiteY3-110" fmla="*/ 97475 h 784312"/>
                <a:gd name="connsiteX4-111" fmla="*/ 316262 w 1082868"/>
                <a:gd name="connsiteY4-112" fmla="*/ 343 h 784312"/>
                <a:gd name="connsiteX0-113" fmla="*/ 358236 w 1124842"/>
                <a:gd name="connsiteY0-114" fmla="*/ 343 h 784312"/>
                <a:gd name="connsiteX1-115" fmla="*/ 1124842 w 1124842"/>
                <a:gd name="connsiteY1-116" fmla="*/ 0 h 784312"/>
                <a:gd name="connsiteX2-117" fmla="*/ 0 w 1124842"/>
                <a:gd name="connsiteY2-118" fmla="*/ 784312 h 784312"/>
                <a:gd name="connsiteX3-119" fmla="*/ 41974 w 1124842"/>
                <a:gd name="connsiteY3-120" fmla="*/ 97475 h 784312"/>
                <a:gd name="connsiteX4-121" fmla="*/ 358236 w 1124842"/>
                <a:gd name="connsiteY4-122" fmla="*/ 343 h 784312"/>
                <a:gd name="connsiteX0-123" fmla="*/ 316262 w 1082868"/>
                <a:gd name="connsiteY0-124" fmla="*/ 343 h 807065"/>
                <a:gd name="connsiteX1-125" fmla="*/ 1082868 w 1082868"/>
                <a:gd name="connsiteY1-126" fmla="*/ 0 h 807065"/>
                <a:gd name="connsiteX2-127" fmla="*/ 17019 w 1082868"/>
                <a:gd name="connsiteY2-128" fmla="*/ 807065 h 807065"/>
                <a:gd name="connsiteX3-129" fmla="*/ 0 w 1082868"/>
                <a:gd name="connsiteY3-130" fmla="*/ 97475 h 807065"/>
                <a:gd name="connsiteX4-131" fmla="*/ 316262 w 1082868"/>
                <a:gd name="connsiteY4-132" fmla="*/ 343 h 807065"/>
                <a:gd name="connsiteX0-133" fmla="*/ 358236 w 1124842"/>
                <a:gd name="connsiteY0-134" fmla="*/ 343 h 818439"/>
                <a:gd name="connsiteX1-135" fmla="*/ 1124842 w 1124842"/>
                <a:gd name="connsiteY1-136" fmla="*/ 0 h 818439"/>
                <a:gd name="connsiteX2-137" fmla="*/ 0 w 1124842"/>
                <a:gd name="connsiteY2-138" fmla="*/ 818439 h 818439"/>
                <a:gd name="connsiteX3-139" fmla="*/ 41974 w 1124842"/>
                <a:gd name="connsiteY3-140" fmla="*/ 97475 h 818439"/>
                <a:gd name="connsiteX4-141" fmla="*/ 358236 w 1124842"/>
                <a:gd name="connsiteY4-142" fmla="*/ 343 h 818439"/>
                <a:gd name="connsiteX0-143" fmla="*/ 338574 w 1105180"/>
                <a:gd name="connsiteY0-144" fmla="*/ 343 h 818439"/>
                <a:gd name="connsiteX1-145" fmla="*/ 1105180 w 1105180"/>
                <a:gd name="connsiteY1-146" fmla="*/ 0 h 818439"/>
                <a:gd name="connsiteX2-147" fmla="*/ 0 w 1105180"/>
                <a:gd name="connsiteY2-148" fmla="*/ 818439 h 818439"/>
                <a:gd name="connsiteX3-149" fmla="*/ 22312 w 1105180"/>
                <a:gd name="connsiteY3-150" fmla="*/ 97475 h 818439"/>
                <a:gd name="connsiteX4-151" fmla="*/ 338574 w 1105180"/>
                <a:gd name="connsiteY4-152" fmla="*/ 343 h 818439"/>
                <a:gd name="connsiteX0-153" fmla="*/ 338574 w 1105180"/>
                <a:gd name="connsiteY0-154" fmla="*/ 343 h 807065"/>
                <a:gd name="connsiteX1-155" fmla="*/ 1105180 w 1105180"/>
                <a:gd name="connsiteY1-156" fmla="*/ 0 h 807065"/>
                <a:gd name="connsiteX2-157" fmla="*/ 0 w 1105180"/>
                <a:gd name="connsiteY2-158" fmla="*/ 807065 h 807065"/>
                <a:gd name="connsiteX3-159" fmla="*/ 22312 w 1105180"/>
                <a:gd name="connsiteY3-160" fmla="*/ 97475 h 807065"/>
                <a:gd name="connsiteX4-161" fmla="*/ 338574 w 1105180"/>
                <a:gd name="connsiteY4-162" fmla="*/ 343 h 807065"/>
                <a:gd name="connsiteX0-163" fmla="*/ 338574 w 1105180"/>
                <a:gd name="connsiteY0-164" fmla="*/ 343 h 807065"/>
                <a:gd name="connsiteX1-165" fmla="*/ 1105180 w 1105180"/>
                <a:gd name="connsiteY1-166" fmla="*/ 0 h 807065"/>
                <a:gd name="connsiteX2-167" fmla="*/ 0 w 1105180"/>
                <a:gd name="connsiteY2-168" fmla="*/ 807065 h 807065"/>
                <a:gd name="connsiteX3-169" fmla="*/ 22312 w 1105180"/>
                <a:gd name="connsiteY3-170" fmla="*/ 97475 h 807065"/>
                <a:gd name="connsiteX4-171" fmla="*/ 338574 w 1105180"/>
                <a:gd name="connsiteY4-172" fmla="*/ 343 h 80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105180" h="807065">
                  <a:moveTo>
                    <a:pt x="338574" y="343"/>
                  </a:moveTo>
                  <a:lnTo>
                    <a:pt x="1105180" y="0"/>
                  </a:lnTo>
                  <a:lnTo>
                    <a:pt x="0" y="807065"/>
                  </a:lnTo>
                  <a:cubicBezTo>
                    <a:pt x="7440" y="570533"/>
                    <a:pt x="14875" y="334005"/>
                    <a:pt x="22312" y="97475"/>
                  </a:cubicBezTo>
                  <a:cubicBezTo>
                    <a:pt x="22312" y="13305"/>
                    <a:pt x="254404" y="343"/>
                    <a:pt x="338574" y="343"/>
                  </a:cubicBezTo>
                  <a:close/>
                </a:path>
              </a:pathLst>
            </a:custGeom>
            <a:solidFill>
              <a:srgbClr val="9CC4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7" name="图形 32"/>
          <p:cNvSpPr/>
          <p:nvPr/>
        </p:nvSpPr>
        <p:spPr>
          <a:xfrm rot="9712205">
            <a:off x="1539719" y="1669989"/>
            <a:ext cx="227422" cy="181333"/>
          </a:xfrm>
          <a:custGeom>
            <a:avLst/>
            <a:gdLst>
              <a:gd name="connsiteX0" fmla="*/ 503717 w 712577"/>
              <a:gd name="connsiteY0" fmla="*/ 121897 h 568167"/>
              <a:gd name="connsiteX1" fmla="*/ 503717 w 712577"/>
              <a:gd name="connsiteY1" fmla="*/ -545 h 568167"/>
              <a:gd name="connsiteX2" fmla="*/ 712413 w 712577"/>
              <a:gd name="connsiteY2" fmla="*/ 197019 h 568167"/>
              <a:gd name="connsiteX3" fmla="*/ 503717 w 712577"/>
              <a:gd name="connsiteY3" fmla="*/ 395087 h 568167"/>
              <a:gd name="connsiteX4" fmla="*/ 503717 w 712577"/>
              <a:gd name="connsiteY4" fmla="*/ 271024 h 568167"/>
              <a:gd name="connsiteX5" fmla="*/ 11246 w 712577"/>
              <a:gd name="connsiteY5" fmla="*/ 567623 h 568167"/>
              <a:gd name="connsiteX6" fmla="*/ -164 w 712577"/>
              <a:gd name="connsiteY6" fmla="*/ 493077 h 568167"/>
              <a:gd name="connsiteX7" fmla="*/ 503679 w 712577"/>
              <a:gd name="connsiteY7" fmla="*/ 121897 h 56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2577" h="568167">
                <a:moveTo>
                  <a:pt x="503717" y="121897"/>
                </a:moveTo>
                <a:lnTo>
                  <a:pt x="503717" y="-545"/>
                </a:lnTo>
                <a:lnTo>
                  <a:pt x="712413" y="197019"/>
                </a:lnTo>
                <a:lnTo>
                  <a:pt x="503717" y="395087"/>
                </a:lnTo>
                <a:lnTo>
                  <a:pt x="503717" y="271024"/>
                </a:lnTo>
                <a:cubicBezTo>
                  <a:pt x="258166" y="288346"/>
                  <a:pt x="59474" y="409996"/>
                  <a:pt x="11246" y="567623"/>
                </a:cubicBezTo>
                <a:cubicBezTo>
                  <a:pt x="3826" y="543393"/>
                  <a:pt x="-16" y="518304"/>
                  <a:pt x="-164" y="493077"/>
                </a:cubicBezTo>
                <a:cubicBezTo>
                  <a:pt x="-164" y="300771"/>
                  <a:pt x="220436" y="142172"/>
                  <a:pt x="503679" y="121897"/>
                </a:cubicBezTo>
                <a:close/>
              </a:path>
            </a:pathLst>
          </a:custGeom>
          <a:solidFill>
            <a:srgbClr val="488689"/>
          </a:solidFill>
          <a:ln w="605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>
            <a:off x="1549400" y="2111303"/>
            <a:ext cx="1085034" cy="0"/>
          </a:xfrm>
          <a:prstGeom prst="straightConnector1">
            <a:avLst/>
          </a:prstGeom>
          <a:ln w="12700">
            <a:solidFill>
              <a:srgbClr val="3B825C"/>
            </a:solidFill>
            <a:headEnd type="oval" w="sm" len="sm"/>
            <a:tailEnd type="triangle"/>
          </a:ln>
          <a:effectLst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2220246" y="2148287"/>
            <a:ext cx="386448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900" b="1" i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endParaRPr lang="zh-CN" altLang="en-US" sz="900" b="1" i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868202" y="2148287"/>
            <a:ext cx="386448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900" b="1" i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endParaRPr lang="zh-CN" altLang="en-US" sz="900" b="1" i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2648268" y="1255560"/>
            <a:ext cx="1544286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性能现状</a:t>
            </a:r>
            <a:r>
              <a:rPr lang="zh-CN" altLang="en-US" sz="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功能缺失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2646171" y="1486392"/>
            <a:ext cx="1252729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2646171" y="1715717"/>
            <a:ext cx="1722629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图形 32"/>
          <p:cNvSpPr/>
          <p:nvPr/>
        </p:nvSpPr>
        <p:spPr>
          <a:xfrm rot="1352642" flipV="1">
            <a:off x="2660882" y="1760938"/>
            <a:ext cx="227422" cy="181333"/>
          </a:xfrm>
          <a:custGeom>
            <a:avLst/>
            <a:gdLst>
              <a:gd name="connsiteX0" fmla="*/ 503717 w 712577"/>
              <a:gd name="connsiteY0" fmla="*/ 121897 h 568167"/>
              <a:gd name="connsiteX1" fmla="*/ 503717 w 712577"/>
              <a:gd name="connsiteY1" fmla="*/ -545 h 568167"/>
              <a:gd name="connsiteX2" fmla="*/ 712413 w 712577"/>
              <a:gd name="connsiteY2" fmla="*/ 197019 h 568167"/>
              <a:gd name="connsiteX3" fmla="*/ 503717 w 712577"/>
              <a:gd name="connsiteY3" fmla="*/ 395087 h 568167"/>
              <a:gd name="connsiteX4" fmla="*/ 503717 w 712577"/>
              <a:gd name="connsiteY4" fmla="*/ 271024 h 568167"/>
              <a:gd name="connsiteX5" fmla="*/ 11246 w 712577"/>
              <a:gd name="connsiteY5" fmla="*/ 567623 h 568167"/>
              <a:gd name="connsiteX6" fmla="*/ -164 w 712577"/>
              <a:gd name="connsiteY6" fmla="*/ 493077 h 568167"/>
              <a:gd name="connsiteX7" fmla="*/ 503679 w 712577"/>
              <a:gd name="connsiteY7" fmla="*/ 121897 h 56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2577" h="568167">
                <a:moveTo>
                  <a:pt x="503717" y="121897"/>
                </a:moveTo>
                <a:lnTo>
                  <a:pt x="503717" y="-545"/>
                </a:lnTo>
                <a:lnTo>
                  <a:pt x="712413" y="197019"/>
                </a:lnTo>
                <a:lnTo>
                  <a:pt x="503717" y="395087"/>
                </a:lnTo>
                <a:lnTo>
                  <a:pt x="503717" y="271024"/>
                </a:lnTo>
                <a:cubicBezTo>
                  <a:pt x="258166" y="288346"/>
                  <a:pt x="59474" y="409996"/>
                  <a:pt x="11246" y="567623"/>
                </a:cubicBezTo>
                <a:cubicBezTo>
                  <a:pt x="3826" y="543393"/>
                  <a:pt x="-16" y="518304"/>
                  <a:pt x="-164" y="493077"/>
                </a:cubicBezTo>
                <a:cubicBezTo>
                  <a:pt x="-164" y="300771"/>
                  <a:pt x="220436" y="142172"/>
                  <a:pt x="503679" y="121897"/>
                </a:cubicBezTo>
                <a:close/>
              </a:path>
            </a:pathLst>
          </a:custGeom>
          <a:solidFill>
            <a:srgbClr val="488689"/>
          </a:solidFill>
          <a:ln w="605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556411" y="1921415"/>
            <a:ext cx="417481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包括</a:t>
            </a: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2903750" y="1859744"/>
            <a:ext cx="856820" cy="388376"/>
            <a:chOff x="847005" y="1761643"/>
            <a:chExt cx="914766" cy="388376"/>
          </a:xfrm>
          <a:effectLst/>
        </p:grpSpPr>
        <p:sp>
          <p:nvSpPr>
            <p:cNvPr id="47" name="矩形: 圆角 46"/>
            <p:cNvSpPr/>
            <p:nvPr/>
          </p:nvSpPr>
          <p:spPr>
            <a:xfrm>
              <a:off x="847005" y="1761643"/>
              <a:ext cx="914766" cy="388376"/>
            </a:xfrm>
            <a:prstGeom prst="roundRect">
              <a:avLst>
                <a:gd name="adj" fmla="val 10309"/>
              </a:avLst>
            </a:prstGeom>
            <a:solidFill>
              <a:srgbClr val="EAF2D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多功能</a:t>
              </a:r>
              <a:endPara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系统集成</a:t>
              </a:r>
              <a:endPara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矩形: 一个圆顶角，剪去另一个顶角 22"/>
            <p:cNvSpPr/>
            <p:nvPr/>
          </p:nvSpPr>
          <p:spPr>
            <a:xfrm>
              <a:off x="851226" y="1766406"/>
              <a:ext cx="133836" cy="168949"/>
            </a:xfrm>
            <a:custGeom>
              <a:avLst/>
              <a:gdLst>
                <a:gd name="connsiteX0" fmla="*/ 152403 w 914400"/>
                <a:gd name="connsiteY0" fmla="*/ 0 h 914400"/>
                <a:gd name="connsiteX1" fmla="*/ 761997 w 914400"/>
                <a:gd name="connsiteY1" fmla="*/ 0 h 914400"/>
                <a:gd name="connsiteX2" fmla="*/ 914400 w 914400"/>
                <a:gd name="connsiteY2" fmla="*/ 152403 h 914400"/>
                <a:gd name="connsiteX3" fmla="*/ 914400 w 914400"/>
                <a:gd name="connsiteY3" fmla="*/ 914400 h 914400"/>
                <a:gd name="connsiteX4" fmla="*/ 0 w 914400"/>
                <a:gd name="connsiteY4" fmla="*/ 914400 h 914400"/>
                <a:gd name="connsiteX5" fmla="*/ 0 w 914400"/>
                <a:gd name="connsiteY5" fmla="*/ 152403 h 914400"/>
                <a:gd name="connsiteX6" fmla="*/ 152403 w 914400"/>
                <a:gd name="connsiteY6" fmla="*/ 0 h 914400"/>
                <a:gd name="connsiteX0-1" fmla="*/ 152403 w 914400"/>
                <a:gd name="connsiteY0-2" fmla="*/ 0 h 914400"/>
                <a:gd name="connsiteX1-3" fmla="*/ 761997 w 914400"/>
                <a:gd name="connsiteY1-4" fmla="*/ 0 h 914400"/>
                <a:gd name="connsiteX2-5" fmla="*/ 914400 w 914400"/>
                <a:gd name="connsiteY2-6" fmla="*/ 152403 h 914400"/>
                <a:gd name="connsiteX3-7" fmla="*/ 0 w 914400"/>
                <a:gd name="connsiteY3-8" fmla="*/ 914400 h 914400"/>
                <a:gd name="connsiteX4-9" fmla="*/ 0 w 914400"/>
                <a:gd name="connsiteY4-10" fmla="*/ 152403 h 914400"/>
                <a:gd name="connsiteX5-11" fmla="*/ 152403 w 914400"/>
                <a:gd name="connsiteY5-12" fmla="*/ 0 h 914400"/>
                <a:gd name="connsiteX0-13" fmla="*/ 152403 w 914400"/>
                <a:gd name="connsiteY0-14" fmla="*/ 0 h 914400"/>
                <a:gd name="connsiteX1-15" fmla="*/ 914400 w 914400"/>
                <a:gd name="connsiteY1-16" fmla="*/ 152403 h 914400"/>
                <a:gd name="connsiteX2-17" fmla="*/ 0 w 914400"/>
                <a:gd name="connsiteY2-18" fmla="*/ 914400 h 914400"/>
                <a:gd name="connsiteX3-19" fmla="*/ 0 w 914400"/>
                <a:gd name="connsiteY3-20" fmla="*/ 152403 h 914400"/>
                <a:gd name="connsiteX4-21" fmla="*/ 152403 w 914400"/>
                <a:gd name="connsiteY4-22" fmla="*/ 0 h 914400"/>
                <a:gd name="connsiteX0-23" fmla="*/ 152403 w 914400"/>
                <a:gd name="connsiteY0-24" fmla="*/ 0 h 687258"/>
                <a:gd name="connsiteX1-25" fmla="*/ 914400 w 914400"/>
                <a:gd name="connsiteY1-26" fmla="*/ 152403 h 687258"/>
                <a:gd name="connsiteX2-27" fmla="*/ 27641 w 914400"/>
                <a:gd name="connsiteY2-28" fmla="*/ 687258 h 687258"/>
                <a:gd name="connsiteX3-29" fmla="*/ 0 w 914400"/>
                <a:gd name="connsiteY3-30" fmla="*/ 152403 h 687258"/>
                <a:gd name="connsiteX4-31" fmla="*/ 152403 w 914400"/>
                <a:gd name="connsiteY4-32" fmla="*/ 0 h 687258"/>
                <a:gd name="connsiteX0-33" fmla="*/ 152403 w 914400"/>
                <a:gd name="connsiteY0-34" fmla="*/ 0 h 732686"/>
                <a:gd name="connsiteX1-35" fmla="*/ 914400 w 914400"/>
                <a:gd name="connsiteY1-36" fmla="*/ 152403 h 732686"/>
                <a:gd name="connsiteX2-37" fmla="*/ 27641 w 914400"/>
                <a:gd name="connsiteY2-38" fmla="*/ 732686 h 732686"/>
                <a:gd name="connsiteX3-39" fmla="*/ 0 w 914400"/>
                <a:gd name="connsiteY3-40" fmla="*/ 152403 h 732686"/>
                <a:gd name="connsiteX4-41" fmla="*/ 152403 w 914400"/>
                <a:gd name="connsiteY4-42" fmla="*/ 0 h 732686"/>
                <a:gd name="connsiteX0-43" fmla="*/ 152403 w 964886"/>
                <a:gd name="connsiteY0-44" fmla="*/ 0 h 732686"/>
                <a:gd name="connsiteX1-45" fmla="*/ 964886 w 964886"/>
                <a:gd name="connsiteY1-46" fmla="*/ 12413 h 732686"/>
                <a:gd name="connsiteX2-47" fmla="*/ 27641 w 964886"/>
                <a:gd name="connsiteY2-48" fmla="*/ 732686 h 732686"/>
                <a:gd name="connsiteX3-49" fmla="*/ 0 w 964886"/>
                <a:gd name="connsiteY3-50" fmla="*/ 152403 h 732686"/>
                <a:gd name="connsiteX4-51" fmla="*/ 152403 w 964886"/>
                <a:gd name="connsiteY4-52" fmla="*/ 0 h 732686"/>
                <a:gd name="connsiteX0-53" fmla="*/ 155049 w 967532"/>
                <a:gd name="connsiteY0-54" fmla="*/ 0 h 711687"/>
                <a:gd name="connsiteX1-55" fmla="*/ 967532 w 967532"/>
                <a:gd name="connsiteY1-56" fmla="*/ 12413 h 711687"/>
                <a:gd name="connsiteX2-57" fmla="*/ 0 w 967532"/>
                <a:gd name="connsiteY2-58" fmla="*/ 711687 h 711687"/>
                <a:gd name="connsiteX3-59" fmla="*/ 2646 w 967532"/>
                <a:gd name="connsiteY3-60" fmla="*/ 152403 h 711687"/>
                <a:gd name="connsiteX4-61" fmla="*/ 155049 w 967532"/>
                <a:gd name="connsiteY4-62" fmla="*/ 0 h 711687"/>
                <a:gd name="connsiteX0-63" fmla="*/ 155049 w 1046187"/>
                <a:gd name="connsiteY0-64" fmla="*/ 72625 h 784312"/>
                <a:gd name="connsiteX1-65" fmla="*/ 1046187 w 1046187"/>
                <a:gd name="connsiteY1-66" fmla="*/ 0 h 784312"/>
                <a:gd name="connsiteX2-67" fmla="*/ 0 w 1046187"/>
                <a:gd name="connsiteY2-68" fmla="*/ 784312 h 784312"/>
                <a:gd name="connsiteX3-69" fmla="*/ 2646 w 1046187"/>
                <a:gd name="connsiteY3-70" fmla="*/ 225028 h 784312"/>
                <a:gd name="connsiteX4-71" fmla="*/ 155049 w 1046187"/>
                <a:gd name="connsiteY4-72" fmla="*/ 72625 h 784312"/>
                <a:gd name="connsiteX0-73" fmla="*/ 417230 w 1046187"/>
                <a:gd name="connsiteY0-74" fmla="*/ 0 h 847745"/>
                <a:gd name="connsiteX1-75" fmla="*/ 1046187 w 1046187"/>
                <a:gd name="connsiteY1-76" fmla="*/ 63433 h 847745"/>
                <a:gd name="connsiteX2-77" fmla="*/ 0 w 1046187"/>
                <a:gd name="connsiteY2-78" fmla="*/ 847745 h 847745"/>
                <a:gd name="connsiteX3-79" fmla="*/ 2646 w 1046187"/>
                <a:gd name="connsiteY3-80" fmla="*/ 288461 h 847745"/>
                <a:gd name="connsiteX4-81" fmla="*/ 417230 w 1046187"/>
                <a:gd name="connsiteY4-82" fmla="*/ 0 h 847745"/>
                <a:gd name="connsiteX0-83" fmla="*/ 417230 w 1065849"/>
                <a:gd name="connsiteY0-84" fmla="*/ 0 h 847745"/>
                <a:gd name="connsiteX1-85" fmla="*/ 1065849 w 1065849"/>
                <a:gd name="connsiteY1-86" fmla="*/ 63433 h 847745"/>
                <a:gd name="connsiteX2-87" fmla="*/ 0 w 1065849"/>
                <a:gd name="connsiteY2-88" fmla="*/ 847745 h 847745"/>
                <a:gd name="connsiteX3-89" fmla="*/ 2646 w 1065849"/>
                <a:gd name="connsiteY3-90" fmla="*/ 288461 h 847745"/>
                <a:gd name="connsiteX4-91" fmla="*/ 417230 w 1065849"/>
                <a:gd name="connsiteY4-92" fmla="*/ 0 h 847745"/>
                <a:gd name="connsiteX0-93" fmla="*/ 299243 w 1065849"/>
                <a:gd name="connsiteY0-94" fmla="*/ 343 h 784312"/>
                <a:gd name="connsiteX1-95" fmla="*/ 1065849 w 1065849"/>
                <a:gd name="connsiteY1-96" fmla="*/ 0 h 784312"/>
                <a:gd name="connsiteX2-97" fmla="*/ 0 w 1065849"/>
                <a:gd name="connsiteY2-98" fmla="*/ 784312 h 784312"/>
                <a:gd name="connsiteX3-99" fmla="*/ 2646 w 1065849"/>
                <a:gd name="connsiteY3-100" fmla="*/ 225028 h 784312"/>
                <a:gd name="connsiteX4-101" fmla="*/ 299243 w 1065849"/>
                <a:gd name="connsiteY4-102" fmla="*/ 343 h 784312"/>
                <a:gd name="connsiteX0-103" fmla="*/ 316262 w 1082868"/>
                <a:gd name="connsiteY0-104" fmla="*/ 343 h 784312"/>
                <a:gd name="connsiteX1-105" fmla="*/ 1082868 w 1082868"/>
                <a:gd name="connsiteY1-106" fmla="*/ 0 h 784312"/>
                <a:gd name="connsiteX2-107" fmla="*/ 17019 w 1082868"/>
                <a:gd name="connsiteY2-108" fmla="*/ 784312 h 784312"/>
                <a:gd name="connsiteX3-109" fmla="*/ 0 w 1082868"/>
                <a:gd name="connsiteY3-110" fmla="*/ 97475 h 784312"/>
                <a:gd name="connsiteX4-111" fmla="*/ 316262 w 1082868"/>
                <a:gd name="connsiteY4-112" fmla="*/ 343 h 784312"/>
                <a:gd name="connsiteX0-113" fmla="*/ 358236 w 1124842"/>
                <a:gd name="connsiteY0-114" fmla="*/ 343 h 784312"/>
                <a:gd name="connsiteX1-115" fmla="*/ 1124842 w 1124842"/>
                <a:gd name="connsiteY1-116" fmla="*/ 0 h 784312"/>
                <a:gd name="connsiteX2-117" fmla="*/ 0 w 1124842"/>
                <a:gd name="connsiteY2-118" fmla="*/ 784312 h 784312"/>
                <a:gd name="connsiteX3-119" fmla="*/ 41974 w 1124842"/>
                <a:gd name="connsiteY3-120" fmla="*/ 97475 h 784312"/>
                <a:gd name="connsiteX4-121" fmla="*/ 358236 w 1124842"/>
                <a:gd name="connsiteY4-122" fmla="*/ 343 h 784312"/>
                <a:gd name="connsiteX0-123" fmla="*/ 316262 w 1082868"/>
                <a:gd name="connsiteY0-124" fmla="*/ 343 h 807065"/>
                <a:gd name="connsiteX1-125" fmla="*/ 1082868 w 1082868"/>
                <a:gd name="connsiteY1-126" fmla="*/ 0 h 807065"/>
                <a:gd name="connsiteX2-127" fmla="*/ 17019 w 1082868"/>
                <a:gd name="connsiteY2-128" fmla="*/ 807065 h 807065"/>
                <a:gd name="connsiteX3-129" fmla="*/ 0 w 1082868"/>
                <a:gd name="connsiteY3-130" fmla="*/ 97475 h 807065"/>
                <a:gd name="connsiteX4-131" fmla="*/ 316262 w 1082868"/>
                <a:gd name="connsiteY4-132" fmla="*/ 343 h 807065"/>
                <a:gd name="connsiteX0-133" fmla="*/ 358236 w 1124842"/>
                <a:gd name="connsiteY0-134" fmla="*/ 343 h 818439"/>
                <a:gd name="connsiteX1-135" fmla="*/ 1124842 w 1124842"/>
                <a:gd name="connsiteY1-136" fmla="*/ 0 h 818439"/>
                <a:gd name="connsiteX2-137" fmla="*/ 0 w 1124842"/>
                <a:gd name="connsiteY2-138" fmla="*/ 818439 h 818439"/>
                <a:gd name="connsiteX3-139" fmla="*/ 41974 w 1124842"/>
                <a:gd name="connsiteY3-140" fmla="*/ 97475 h 818439"/>
                <a:gd name="connsiteX4-141" fmla="*/ 358236 w 1124842"/>
                <a:gd name="connsiteY4-142" fmla="*/ 343 h 818439"/>
                <a:gd name="connsiteX0-143" fmla="*/ 338574 w 1105180"/>
                <a:gd name="connsiteY0-144" fmla="*/ 343 h 818439"/>
                <a:gd name="connsiteX1-145" fmla="*/ 1105180 w 1105180"/>
                <a:gd name="connsiteY1-146" fmla="*/ 0 h 818439"/>
                <a:gd name="connsiteX2-147" fmla="*/ 0 w 1105180"/>
                <a:gd name="connsiteY2-148" fmla="*/ 818439 h 818439"/>
                <a:gd name="connsiteX3-149" fmla="*/ 22312 w 1105180"/>
                <a:gd name="connsiteY3-150" fmla="*/ 97475 h 818439"/>
                <a:gd name="connsiteX4-151" fmla="*/ 338574 w 1105180"/>
                <a:gd name="connsiteY4-152" fmla="*/ 343 h 818439"/>
                <a:gd name="connsiteX0-153" fmla="*/ 338574 w 1105180"/>
                <a:gd name="connsiteY0-154" fmla="*/ 343 h 807065"/>
                <a:gd name="connsiteX1-155" fmla="*/ 1105180 w 1105180"/>
                <a:gd name="connsiteY1-156" fmla="*/ 0 h 807065"/>
                <a:gd name="connsiteX2-157" fmla="*/ 0 w 1105180"/>
                <a:gd name="connsiteY2-158" fmla="*/ 807065 h 807065"/>
                <a:gd name="connsiteX3-159" fmla="*/ 22312 w 1105180"/>
                <a:gd name="connsiteY3-160" fmla="*/ 97475 h 807065"/>
                <a:gd name="connsiteX4-161" fmla="*/ 338574 w 1105180"/>
                <a:gd name="connsiteY4-162" fmla="*/ 343 h 807065"/>
                <a:gd name="connsiteX0-163" fmla="*/ 338574 w 1105180"/>
                <a:gd name="connsiteY0-164" fmla="*/ 343 h 807065"/>
                <a:gd name="connsiteX1-165" fmla="*/ 1105180 w 1105180"/>
                <a:gd name="connsiteY1-166" fmla="*/ 0 h 807065"/>
                <a:gd name="connsiteX2-167" fmla="*/ 0 w 1105180"/>
                <a:gd name="connsiteY2-168" fmla="*/ 807065 h 807065"/>
                <a:gd name="connsiteX3-169" fmla="*/ 22312 w 1105180"/>
                <a:gd name="connsiteY3-170" fmla="*/ 97475 h 807065"/>
                <a:gd name="connsiteX4-171" fmla="*/ 338574 w 1105180"/>
                <a:gd name="connsiteY4-172" fmla="*/ 343 h 80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105180" h="807065">
                  <a:moveTo>
                    <a:pt x="338574" y="343"/>
                  </a:moveTo>
                  <a:lnTo>
                    <a:pt x="1105180" y="0"/>
                  </a:lnTo>
                  <a:lnTo>
                    <a:pt x="0" y="807065"/>
                  </a:lnTo>
                  <a:cubicBezTo>
                    <a:pt x="7440" y="570533"/>
                    <a:pt x="14875" y="334005"/>
                    <a:pt x="22312" y="97475"/>
                  </a:cubicBezTo>
                  <a:cubicBezTo>
                    <a:pt x="22312" y="13305"/>
                    <a:pt x="254404" y="343"/>
                    <a:pt x="338574" y="343"/>
                  </a:cubicBezTo>
                  <a:close/>
                </a:path>
              </a:pathLst>
            </a:custGeom>
            <a:solidFill>
              <a:srgbClr val="9CC4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3716773" y="1706670"/>
            <a:ext cx="1544286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嵌入式系统开发</a:t>
            </a:r>
            <a:endParaRPr lang="zh-CN" altLang="en-US" sz="9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" name="直接连接符 50"/>
          <p:cNvCxnSpPr/>
          <p:nvPr/>
        </p:nvCxnSpPr>
        <p:spPr>
          <a:xfrm>
            <a:off x="3816276" y="1937502"/>
            <a:ext cx="930406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3716772" y="2148923"/>
            <a:ext cx="1249798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zh-CN" altLang="en-US" sz="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云端与交互实现</a:t>
            </a:r>
          </a:p>
        </p:txBody>
      </p:sp>
      <p:cxnSp>
        <p:nvCxnSpPr>
          <p:cNvPr id="55" name="直接连接符 54"/>
          <p:cNvCxnSpPr/>
          <p:nvPr/>
        </p:nvCxnSpPr>
        <p:spPr>
          <a:xfrm>
            <a:off x="3816276" y="2157272"/>
            <a:ext cx="92880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4636601" y="1303566"/>
            <a:ext cx="417481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并列</a:t>
            </a: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4875270" y="1577899"/>
            <a:ext cx="417481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研究手段</a:t>
            </a: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452" name="组合 451"/>
          <p:cNvGrpSpPr/>
          <p:nvPr/>
        </p:nvGrpSpPr>
        <p:grpSpPr>
          <a:xfrm rot="5400000">
            <a:off x="4728143" y="1614748"/>
            <a:ext cx="229238" cy="75976"/>
            <a:chOff x="2307495" y="2796652"/>
            <a:chExt cx="229238" cy="75976"/>
          </a:xfrm>
          <a:effectLst/>
        </p:grpSpPr>
        <p:cxnSp>
          <p:nvCxnSpPr>
            <p:cNvPr id="448" name="直接连接符 447"/>
            <p:cNvCxnSpPr/>
            <p:nvPr/>
          </p:nvCxnSpPr>
          <p:spPr>
            <a:xfrm>
              <a:off x="2307495" y="2834640"/>
              <a:ext cx="2292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1" name="直接连接符 450"/>
            <p:cNvCxnSpPr/>
            <p:nvPr/>
          </p:nvCxnSpPr>
          <p:spPr>
            <a:xfrm rot="16200000" flipH="1">
              <a:off x="2270140" y="2834640"/>
              <a:ext cx="75976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4" name="直接连接符 453"/>
            <p:cNvCxnSpPr/>
            <p:nvPr/>
          </p:nvCxnSpPr>
          <p:spPr>
            <a:xfrm rot="16200000" flipH="1">
              <a:off x="2498745" y="2834640"/>
              <a:ext cx="75976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55" name="组合 454"/>
          <p:cNvGrpSpPr/>
          <p:nvPr/>
        </p:nvGrpSpPr>
        <p:grpSpPr>
          <a:xfrm rot="5400000">
            <a:off x="4728143" y="1894627"/>
            <a:ext cx="229238" cy="75976"/>
            <a:chOff x="2307495" y="2796652"/>
            <a:chExt cx="229238" cy="75976"/>
          </a:xfrm>
          <a:effectLst/>
        </p:grpSpPr>
        <p:cxnSp>
          <p:nvCxnSpPr>
            <p:cNvPr id="456" name="直接连接符 455"/>
            <p:cNvCxnSpPr/>
            <p:nvPr/>
          </p:nvCxnSpPr>
          <p:spPr>
            <a:xfrm>
              <a:off x="2307495" y="2834640"/>
              <a:ext cx="2292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7" name="直接连接符 456"/>
            <p:cNvCxnSpPr/>
            <p:nvPr/>
          </p:nvCxnSpPr>
          <p:spPr>
            <a:xfrm rot="16200000" flipH="1">
              <a:off x="2270140" y="2834640"/>
              <a:ext cx="75976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0" name="直接连接符 459"/>
            <p:cNvCxnSpPr/>
            <p:nvPr/>
          </p:nvCxnSpPr>
          <p:spPr>
            <a:xfrm rot="16200000" flipH="1">
              <a:off x="2498745" y="2834640"/>
              <a:ext cx="75976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61" name="组合 460"/>
          <p:cNvGrpSpPr/>
          <p:nvPr/>
        </p:nvGrpSpPr>
        <p:grpSpPr>
          <a:xfrm rot="5400000">
            <a:off x="4728143" y="2167955"/>
            <a:ext cx="229238" cy="75976"/>
            <a:chOff x="2307495" y="2796652"/>
            <a:chExt cx="229238" cy="75976"/>
          </a:xfrm>
          <a:effectLst/>
        </p:grpSpPr>
        <p:cxnSp>
          <p:nvCxnSpPr>
            <p:cNvPr id="462" name="直接连接符 461"/>
            <p:cNvCxnSpPr/>
            <p:nvPr/>
          </p:nvCxnSpPr>
          <p:spPr>
            <a:xfrm>
              <a:off x="2307495" y="2834640"/>
              <a:ext cx="229238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3" name="直接连接符 462"/>
            <p:cNvCxnSpPr/>
            <p:nvPr/>
          </p:nvCxnSpPr>
          <p:spPr>
            <a:xfrm rot="16200000" flipH="1">
              <a:off x="2270140" y="2834640"/>
              <a:ext cx="75976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4" name="直接连接符 463"/>
            <p:cNvCxnSpPr/>
            <p:nvPr/>
          </p:nvCxnSpPr>
          <p:spPr>
            <a:xfrm rot="16200000" flipH="1">
              <a:off x="2498745" y="2834640"/>
              <a:ext cx="75976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5" name="直接箭头连接符 464"/>
          <p:cNvCxnSpPr/>
          <p:nvPr/>
        </p:nvCxnSpPr>
        <p:spPr>
          <a:xfrm flipH="1">
            <a:off x="4868202" y="1948981"/>
            <a:ext cx="419665" cy="0"/>
          </a:xfrm>
          <a:prstGeom prst="straightConnector1">
            <a:avLst/>
          </a:prstGeom>
          <a:ln w="12700">
            <a:solidFill>
              <a:srgbClr val="3B825C"/>
            </a:solidFill>
            <a:headEnd type="oval" w="sm" len="sm"/>
            <a:tailEnd type="triangle"/>
          </a:ln>
          <a:effectLst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80" name="矩形: 圆角 479"/>
          <p:cNvSpPr/>
          <p:nvPr/>
        </p:nvSpPr>
        <p:spPr>
          <a:xfrm>
            <a:off x="520802" y="2513431"/>
            <a:ext cx="5986772" cy="2511243"/>
          </a:xfrm>
          <a:prstGeom prst="roundRect">
            <a:avLst>
              <a:gd name="adj" fmla="val 2372"/>
            </a:avLst>
          </a:prstGeom>
          <a:noFill/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81" name="组合 480"/>
          <p:cNvGrpSpPr/>
          <p:nvPr/>
        </p:nvGrpSpPr>
        <p:grpSpPr>
          <a:xfrm>
            <a:off x="559775" y="2563344"/>
            <a:ext cx="2088489" cy="2391244"/>
            <a:chOff x="724876" y="991302"/>
            <a:chExt cx="1491812" cy="2091923"/>
          </a:xfrm>
          <a:effectLst/>
        </p:grpSpPr>
        <p:sp>
          <p:nvSpPr>
            <p:cNvPr id="482" name="矩形: 圆顶角 481"/>
            <p:cNvSpPr/>
            <p:nvPr/>
          </p:nvSpPr>
          <p:spPr>
            <a:xfrm>
              <a:off x="724876" y="991302"/>
              <a:ext cx="1491812" cy="263451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EFE9EE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各功能模块设计实现与性能验证</a:t>
              </a:r>
            </a:p>
          </p:txBody>
        </p:sp>
        <p:sp>
          <p:nvSpPr>
            <p:cNvPr id="483" name="矩形: 圆角 482"/>
            <p:cNvSpPr/>
            <p:nvPr/>
          </p:nvSpPr>
          <p:spPr>
            <a:xfrm>
              <a:off x="724876" y="991303"/>
              <a:ext cx="1491811" cy="2091922"/>
            </a:xfrm>
            <a:prstGeom prst="roundRect">
              <a:avLst>
                <a:gd name="adj" fmla="val 2372"/>
              </a:avLst>
            </a:prstGeom>
            <a:noFill/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84" name="矩形: 圆角 483"/>
          <p:cNvSpPr/>
          <p:nvPr/>
        </p:nvSpPr>
        <p:spPr>
          <a:xfrm rot="16200000">
            <a:off x="-1043778" y="3577437"/>
            <a:ext cx="2511243" cy="383230"/>
          </a:xfrm>
          <a:prstGeom prst="roundRect">
            <a:avLst>
              <a:gd name="adj" fmla="val 10309"/>
            </a:avLst>
          </a:prstGeom>
          <a:solidFill>
            <a:srgbClr val="DBD7E4"/>
          </a:soli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第二阶段</a:t>
            </a:r>
            <a:endParaRPr lang="en-US" altLang="zh-CN" sz="105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模块化实现与单元测试</a:t>
            </a:r>
          </a:p>
        </p:txBody>
      </p:sp>
      <p:sp>
        <p:nvSpPr>
          <p:cNvPr id="486" name="图形 32"/>
          <p:cNvSpPr/>
          <p:nvPr/>
        </p:nvSpPr>
        <p:spPr>
          <a:xfrm rot="13393763" flipH="1">
            <a:off x="791823" y="3508050"/>
            <a:ext cx="227422" cy="181333"/>
          </a:xfrm>
          <a:custGeom>
            <a:avLst/>
            <a:gdLst>
              <a:gd name="connsiteX0" fmla="*/ 503717 w 712577"/>
              <a:gd name="connsiteY0" fmla="*/ 121897 h 568167"/>
              <a:gd name="connsiteX1" fmla="*/ 503717 w 712577"/>
              <a:gd name="connsiteY1" fmla="*/ -545 h 568167"/>
              <a:gd name="connsiteX2" fmla="*/ 712413 w 712577"/>
              <a:gd name="connsiteY2" fmla="*/ 197019 h 568167"/>
              <a:gd name="connsiteX3" fmla="*/ 503717 w 712577"/>
              <a:gd name="connsiteY3" fmla="*/ 395087 h 568167"/>
              <a:gd name="connsiteX4" fmla="*/ 503717 w 712577"/>
              <a:gd name="connsiteY4" fmla="*/ 271024 h 568167"/>
              <a:gd name="connsiteX5" fmla="*/ 11246 w 712577"/>
              <a:gd name="connsiteY5" fmla="*/ 567623 h 568167"/>
              <a:gd name="connsiteX6" fmla="*/ -164 w 712577"/>
              <a:gd name="connsiteY6" fmla="*/ 493077 h 568167"/>
              <a:gd name="connsiteX7" fmla="*/ 503679 w 712577"/>
              <a:gd name="connsiteY7" fmla="*/ 121897 h 56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2577" h="568167">
                <a:moveTo>
                  <a:pt x="503717" y="121897"/>
                </a:moveTo>
                <a:lnTo>
                  <a:pt x="503717" y="-545"/>
                </a:lnTo>
                <a:lnTo>
                  <a:pt x="712413" y="197019"/>
                </a:lnTo>
                <a:lnTo>
                  <a:pt x="503717" y="395087"/>
                </a:lnTo>
                <a:lnTo>
                  <a:pt x="503717" y="271024"/>
                </a:lnTo>
                <a:cubicBezTo>
                  <a:pt x="258166" y="288346"/>
                  <a:pt x="59474" y="409996"/>
                  <a:pt x="11246" y="567623"/>
                </a:cubicBezTo>
                <a:cubicBezTo>
                  <a:pt x="3826" y="543393"/>
                  <a:pt x="-16" y="518304"/>
                  <a:pt x="-164" y="493077"/>
                </a:cubicBezTo>
                <a:cubicBezTo>
                  <a:pt x="-164" y="300771"/>
                  <a:pt x="220436" y="142172"/>
                  <a:pt x="503679" y="121897"/>
                </a:cubicBezTo>
                <a:close/>
              </a:path>
            </a:pathLst>
          </a:custGeom>
          <a:solidFill>
            <a:srgbClr val="7030A0"/>
          </a:solidFill>
          <a:ln w="605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87" name="组合 486"/>
          <p:cNvGrpSpPr/>
          <p:nvPr/>
        </p:nvGrpSpPr>
        <p:grpSpPr>
          <a:xfrm>
            <a:off x="2699649" y="2563343"/>
            <a:ext cx="3769590" cy="2096275"/>
            <a:chOff x="724876" y="991302"/>
            <a:chExt cx="1491812" cy="2096275"/>
          </a:xfrm>
          <a:effectLst/>
        </p:grpSpPr>
        <p:sp>
          <p:nvSpPr>
            <p:cNvPr id="488" name="矩形: 圆顶角 487"/>
            <p:cNvSpPr/>
            <p:nvPr/>
          </p:nvSpPr>
          <p:spPr>
            <a:xfrm>
              <a:off x="724876" y="991302"/>
              <a:ext cx="1491812" cy="263451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EFE9EE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</a:t>
              </a:r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STM32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的信号处理与控制模块</a:t>
              </a:r>
            </a:p>
          </p:txBody>
        </p:sp>
        <p:sp>
          <p:nvSpPr>
            <p:cNvPr id="489" name="矩形: 圆角 488"/>
            <p:cNvSpPr/>
            <p:nvPr/>
          </p:nvSpPr>
          <p:spPr>
            <a:xfrm>
              <a:off x="724876" y="991302"/>
              <a:ext cx="1491811" cy="2096275"/>
            </a:xfrm>
            <a:prstGeom prst="roundRect">
              <a:avLst>
                <a:gd name="adj" fmla="val 2372"/>
              </a:avLst>
            </a:prstGeom>
            <a:noFill/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9" name="组合 498"/>
          <p:cNvGrpSpPr/>
          <p:nvPr/>
        </p:nvGrpSpPr>
        <p:grpSpPr>
          <a:xfrm>
            <a:off x="1069971" y="3282952"/>
            <a:ext cx="1245069" cy="154831"/>
            <a:chOff x="847004" y="1761643"/>
            <a:chExt cx="1090554" cy="496238"/>
          </a:xfrm>
          <a:effectLst/>
        </p:grpSpPr>
        <p:sp>
          <p:nvSpPr>
            <p:cNvPr id="500" name="矩形: 圆角 499"/>
            <p:cNvSpPr/>
            <p:nvPr/>
          </p:nvSpPr>
          <p:spPr>
            <a:xfrm>
              <a:off x="847004" y="1761643"/>
              <a:ext cx="1090554" cy="496238"/>
            </a:xfrm>
            <a:prstGeom prst="roundRect">
              <a:avLst>
                <a:gd name="adj" fmla="val 10309"/>
              </a:avLst>
            </a:prstGeom>
            <a:solidFill>
              <a:srgbClr val="EFE9EE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设计指标与目标值</a:t>
              </a:r>
              <a:endPara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1" name="矩形: 一个圆顶角，剪去另一个顶角 22"/>
            <p:cNvSpPr/>
            <p:nvPr/>
          </p:nvSpPr>
          <p:spPr>
            <a:xfrm>
              <a:off x="848845" y="1766406"/>
              <a:ext cx="78280" cy="251813"/>
            </a:xfrm>
            <a:custGeom>
              <a:avLst/>
              <a:gdLst>
                <a:gd name="connsiteX0" fmla="*/ 152403 w 914400"/>
                <a:gd name="connsiteY0" fmla="*/ 0 h 914400"/>
                <a:gd name="connsiteX1" fmla="*/ 761997 w 914400"/>
                <a:gd name="connsiteY1" fmla="*/ 0 h 914400"/>
                <a:gd name="connsiteX2" fmla="*/ 914400 w 914400"/>
                <a:gd name="connsiteY2" fmla="*/ 152403 h 914400"/>
                <a:gd name="connsiteX3" fmla="*/ 914400 w 914400"/>
                <a:gd name="connsiteY3" fmla="*/ 914400 h 914400"/>
                <a:gd name="connsiteX4" fmla="*/ 0 w 914400"/>
                <a:gd name="connsiteY4" fmla="*/ 914400 h 914400"/>
                <a:gd name="connsiteX5" fmla="*/ 0 w 914400"/>
                <a:gd name="connsiteY5" fmla="*/ 152403 h 914400"/>
                <a:gd name="connsiteX6" fmla="*/ 152403 w 914400"/>
                <a:gd name="connsiteY6" fmla="*/ 0 h 914400"/>
                <a:gd name="connsiteX0-1" fmla="*/ 152403 w 914400"/>
                <a:gd name="connsiteY0-2" fmla="*/ 0 h 914400"/>
                <a:gd name="connsiteX1-3" fmla="*/ 761997 w 914400"/>
                <a:gd name="connsiteY1-4" fmla="*/ 0 h 914400"/>
                <a:gd name="connsiteX2-5" fmla="*/ 914400 w 914400"/>
                <a:gd name="connsiteY2-6" fmla="*/ 152403 h 914400"/>
                <a:gd name="connsiteX3-7" fmla="*/ 0 w 914400"/>
                <a:gd name="connsiteY3-8" fmla="*/ 914400 h 914400"/>
                <a:gd name="connsiteX4-9" fmla="*/ 0 w 914400"/>
                <a:gd name="connsiteY4-10" fmla="*/ 152403 h 914400"/>
                <a:gd name="connsiteX5-11" fmla="*/ 152403 w 914400"/>
                <a:gd name="connsiteY5-12" fmla="*/ 0 h 914400"/>
                <a:gd name="connsiteX0-13" fmla="*/ 152403 w 914400"/>
                <a:gd name="connsiteY0-14" fmla="*/ 0 h 914400"/>
                <a:gd name="connsiteX1-15" fmla="*/ 914400 w 914400"/>
                <a:gd name="connsiteY1-16" fmla="*/ 152403 h 914400"/>
                <a:gd name="connsiteX2-17" fmla="*/ 0 w 914400"/>
                <a:gd name="connsiteY2-18" fmla="*/ 914400 h 914400"/>
                <a:gd name="connsiteX3-19" fmla="*/ 0 w 914400"/>
                <a:gd name="connsiteY3-20" fmla="*/ 152403 h 914400"/>
                <a:gd name="connsiteX4-21" fmla="*/ 152403 w 914400"/>
                <a:gd name="connsiteY4-22" fmla="*/ 0 h 914400"/>
                <a:gd name="connsiteX0-23" fmla="*/ 152403 w 914400"/>
                <a:gd name="connsiteY0-24" fmla="*/ 0 h 687258"/>
                <a:gd name="connsiteX1-25" fmla="*/ 914400 w 914400"/>
                <a:gd name="connsiteY1-26" fmla="*/ 152403 h 687258"/>
                <a:gd name="connsiteX2-27" fmla="*/ 27641 w 914400"/>
                <a:gd name="connsiteY2-28" fmla="*/ 687258 h 687258"/>
                <a:gd name="connsiteX3-29" fmla="*/ 0 w 914400"/>
                <a:gd name="connsiteY3-30" fmla="*/ 152403 h 687258"/>
                <a:gd name="connsiteX4-31" fmla="*/ 152403 w 914400"/>
                <a:gd name="connsiteY4-32" fmla="*/ 0 h 687258"/>
                <a:gd name="connsiteX0-33" fmla="*/ 152403 w 914400"/>
                <a:gd name="connsiteY0-34" fmla="*/ 0 h 732686"/>
                <a:gd name="connsiteX1-35" fmla="*/ 914400 w 914400"/>
                <a:gd name="connsiteY1-36" fmla="*/ 152403 h 732686"/>
                <a:gd name="connsiteX2-37" fmla="*/ 27641 w 914400"/>
                <a:gd name="connsiteY2-38" fmla="*/ 732686 h 732686"/>
                <a:gd name="connsiteX3-39" fmla="*/ 0 w 914400"/>
                <a:gd name="connsiteY3-40" fmla="*/ 152403 h 732686"/>
                <a:gd name="connsiteX4-41" fmla="*/ 152403 w 914400"/>
                <a:gd name="connsiteY4-42" fmla="*/ 0 h 732686"/>
                <a:gd name="connsiteX0-43" fmla="*/ 152403 w 964886"/>
                <a:gd name="connsiteY0-44" fmla="*/ 0 h 732686"/>
                <a:gd name="connsiteX1-45" fmla="*/ 964886 w 964886"/>
                <a:gd name="connsiteY1-46" fmla="*/ 12413 h 732686"/>
                <a:gd name="connsiteX2-47" fmla="*/ 27641 w 964886"/>
                <a:gd name="connsiteY2-48" fmla="*/ 732686 h 732686"/>
                <a:gd name="connsiteX3-49" fmla="*/ 0 w 964886"/>
                <a:gd name="connsiteY3-50" fmla="*/ 152403 h 732686"/>
                <a:gd name="connsiteX4-51" fmla="*/ 152403 w 964886"/>
                <a:gd name="connsiteY4-52" fmla="*/ 0 h 732686"/>
                <a:gd name="connsiteX0-53" fmla="*/ 155049 w 967532"/>
                <a:gd name="connsiteY0-54" fmla="*/ 0 h 711687"/>
                <a:gd name="connsiteX1-55" fmla="*/ 967532 w 967532"/>
                <a:gd name="connsiteY1-56" fmla="*/ 12413 h 711687"/>
                <a:gd name="connsiteX2-57" fmla="*/ 0 w 967532"/>
                <a:gd name="connsiteY2-58" fmla="*/ 711687 h 711687"/>
                <a:gd name="connsiteX3-59" fmla="*/ 2646 w 967532"/>
                <a:gd name="connsiteY3-60" fmla="*/ 152403 h 711687"/>
                <a:gd name="connsiteX4-61" fmla="*/ 155049 w 967532"/>
                <a:gd name="connsiteY4-62" fmla="*/ 0 h 711687"/>
                <a:gd name="connsiteX0-63" fmla="*/ 155049 w 1046187"/>
                <a:gd name="connsiteY0-64" fmla="*/ 72625 h 784312"/>
                <a:gd name="connsiteX1-65" fmla="*/ 1046187 w 1046187"/>
                <a:gd name="connsiteY1-66" fmla="*/ 0 h 784312"/>
                <a:gd name="connsiteX2-67" fmla="*/ 0 w 1046187"/>
                <a:gd name="connsiteY2-68" fmla="*/ 784312 h 784312"/>
                <a:gd name="connsiteX3-69" fmla="*/ 2646 w 1046187"/>
                <a:gd name="connsiteY3-70" fmla="*/ 225028 h 784312"/>
                <a:gd name="connsiteX4-71" fmla="*/ 155049 w 1046187"/>
                <a:gd name="connsiteY4-72" fmla="*/ 72625 h 784312"/>
                <a:gd name="connsiteX0-73" fmla="*/ 417230 w 1046187"/>
                <a:gd name="connsiteY0-74" fmla="*/ 0 h 847745"/>
                <a:gd name="connsiteX1-75" fmla="*/ 1046187 w 1046187"/>
                <a:gd name="connsiteY1-76" fmla="*/ 63433 h 847745"/>
                <a:gd name="connsiteX2-77" fmla="*/ 0 w 1046187"/>
                <a:gd name="connsiteY2-78" fmla="*/ 847745 h 847745"/>
                <a:gd name="connsiteX3-79" fmla="*/ 2646 w 1046187"/>
                <a:gd name="connsiteY3-80" fmla="*/ 288461 h 847745"/>
                <a:gd name="connsiteX4-81" fmla="*/ 417230 w 1046187"/>
                <a:gd name="connsiteY4-82" fmla="*/ 0 h 847745"/>
                <a:gd name="connsiteX0-83" fmla="*/ 417230 w 1065849"/>
                <a:gd name="connsiteY0-84" fmla="*/ 0 h 847745"/>
                <a:gd name="connsiteX1-85" fmla="*/ 1065849 w 1065849"/>
                <a:gd name="connsiteY1-86" fmla="*/ 63433 h 847745"/>
                <a:gd name="connsiteX2-87" fmla="*/ 0 w 1065849"/>
                <a:gd name="connsiteY2-88" fmla="*/ 847745 h 847745"/>
                <a:gd name="connsiteX3-89" fmla="*/ 2646 w 1065849"/>
                <a:gd name="connsiteY3-90" fmla="*/ 288461 h 847745"/>
                <a:gd name="connsiteX4-91" fmla="*/ 417230 w 1065849"/>
                <a:gd name="connsiteY4-92" fmla="*/ 0 h 847745"/>
                <a:gd name="connsiteX0-93" fmla="*/ 299243 w 1065849"/>
                <a:gd name="connsiteY0-94" fmla="*/ 343 h 784312"/>
                <a:gd name="connsiteX1-95" fmla="*/ 1065849 w 1065849"/>
                <a:gd name="connsiteY1-96" fmla="*/ 0 h 784312"/>
                <a:gd name="connsiteX2-97" fmla="*/ 0 w 1065849"/>
                <a:gd name="connsiteY2-98" fmla="*/ 784312 h 784312"/>
                <a:gd name="connsiteX3-99" fmla="*/ 2646 w 1065849"/>
                <a:gd name="connsiteY3-100" fmla="*/ 225028 h 784312"/>
                <a:gd name="connsiteX4-101" fmla="*/ 299243 w 1065849"/>
                <a:gd name="connsiteY4-102" fmla="*/ 343 h 784312"/>
                <a:gd name="connsiteX0-103" fmla="*/ 316262 w 1082868"/>
                <a:gd name="connsiteY0-104" fmla="*/ 343 h 784312"/>
                <a:gd name="connsiteX1-105" fmla="*/ 1082868 w 1082868"/>
                <a:gd name="connsiteY1-106" fmla="*/ 0 h 784312"/>
                <a:gd name="connsiteX2-107" fmla="*/ 17019 w 1082868"/>
                <a:gd name="connsiteY2-108" fmla="*/ 784312 h 784312"/>
                <a:gd name="connsiteX3-109" fmla="*/ 0 w 1082868"/>
                <a:gd name="connsiteY3-110" fmla="*/ 97475 h 784312"/>
                <a:gd name="connsiteX4-111" fmla="*/ 316262 w 1082868"/>
                <a:gd name="connsiteY4-112" fmla="*/ 343 h 784312"/>
                <a:gd name="connsiteX0-113" fmla="*/ 358236 w 1124842"/>
                <a:gd name="connsiteY0-114" fmla="*/ 343 h 784312"/>
                <a:gd name="connsiteX1-115" fmla="*/ 1124842 w 1124842"/>
                <a:gd name="connsiteY1-116" fmla="*/ 0 h 784312"/>
                <a:gd name="connsiteX2-117" fmla="*/ 0 w 1124842"/>
                <a:gd name="connsiteY2-118" fmla="*/ 784312 h 784312"/>
                <a:gd name="connsiteX3-119" fmla="*/ 41974 w 1124842"/>
                <a:gd name="connsiteY3-120" fmla="*/ 97475 h 784312"/>
                <a:gd name="connsiteX4-121" fmla="*/ 358236 w 1124842"/>
                <a:gd name="connsiteY4-122" fmla="*/ 343 h 784312"/>
                <a:gd name="connsiteX0-123" fmla="*/ 316262 w 1082868"/>
                <a:gd name="connsiteY0-124" fmla="*/ 343 h 807065"/>
                <a:gd name="connsiteX1-125" fmla="*/ 1082868 w 1082868"/>
                <a:gd name="connsiteY1-126" fmla="*/ 0 h 807065"/>
                <a:gd name="connsiteX2-127" fmla="*/ 17019 w 1082868"/>
                <a:gd name="connsiteY2-128" fmla="*/ 807065 h 807065"/>
                <a:gd name="connsiteX3-129" fmla="*/ 0 w 1082868"/>
                <a:gd name="connsiteY3-130" fmla="*/ 97475 h 807065"/>
                <a:gd name="connsiteX4-131" fmla="*/ 316262 w 1082868"/>
                <a:gd name="connsiteY4-132" fmla="*/ 343 h 807065"/>
                <a:gd name="connsiteX0-133" fmla="*/ 358236 w 1124842"/>
                <a:gd name="connsiteY0-134" fmla="*/ 343 h 818439"/>
                <a:gd name="connsiteX1-135" fmla="*/ 1124842 w 1124842"/>
                <a:gd name="connsiteY1-136" fmla="*/ 0 h 818439"/>
                <a:gd name="connsiteX2-137" fmla="*/ 0 w 1124842"/>
                <a:gd name="connsiteY2-138" fmla="*/ 818439 h 818439"/>
                <a:gd name="connsiteX3-139" fmla="*/ 41974 w 1124842"/>
                <a:gd name="connsiteY3-140" fmla="*/ 97475 h 818439"/>
                <a:gd name="connsiteX4-141" fmla="*/ 358236 w 1124842"/>
                <a:gd name="connsiteY4-142" fmla="*/ 343 h 818439"/>
                <a:gd name="connsiteX0-143" fmla="*/ 338574 w 1105180"/>
                <a:gd name="connsiteY0-144" fmla="*/ 343 h 818439"/>
                <a:gd name="connsiteX1-145" fmla="*/ 1105180 w 1105180"/>
                <a:gd name="connsiteY1-146" fmla="*/ 0 h 818439"/>
                <a:gd name="connsiteX2-147" fmla="*/ 0 w 1105180"/>
                <a:gd name="connsiteY2-148" fmla="*/ 818439 h 818439"/>
                <a:gd name="connsiteX3-149" fmla="*/ 22312 w 1105180"/>
                <a:gd name="connsiteY3-150" fmla="*/ 97475 h 818439"/>
                <a:gd name="connsiteX4-151" fmla="*/ 338574 w 1105180"/>
                <a:gd name="connsiteY4-152" fmla="*/ 343 h 818439"/>
                <a:gd name="connsiteX0-153" fmla="*/ 338574 w 1105180"/>
                <a:gd name="connsiteY0-154" fmla="*/ 343 h 807065"/>
                <a:gd name="connsiteX1-155" fmla="*/ 1105180 w 1105180"/>
                <a:gd name="connsiteY1-156" fmla="*/ 0 h 807065"/>
                <a:gd name="connsiteX2-157" fmla="*/ 0 w 1105180"/>
                <a:gd name="connsiteY2-158" fmla="*/ 807065 h 807065"/>
                <a:gd name="connsiteX3-159" fmla="*/ 22312 w 1105180"/>
                <a:gd name="connsiteY3-160" fmla="*/ 97475 h 807065"/>
                <a:gd name="connsiteX4-161" fmla="*/ 338574 w 1105180"/>
                <a:gd name="connsiteY4-162" fmla="*/ 343 h 807065"/>
                <a:gd name="connsiteX0-163" fmla="*/ 338574 w 1105180"/>
                <a:gd name="connsiteY0-164" fmla="*/ 343 h 807065"/>
                <a:gd name="connsiteX1-165" fmla="*/ 1105180 w 1105180"/>
                <a:gd name="connsiteY1-166" fmla="*/ 0 h 807065"/>
                <a:gd name="connsiteX2-167" fmla="*/ 0 w 1105180"/>
                <a:gd name="connsiteY2-168" fmla="*/ 807065 h 807065"/>
                <a:gd name="connsiteX3-169" fmla="*/ 22312 w 1105180"/>
                <a:gd name="connsiteY3-170" fmla="*/ 97475 h 807065"/>
                <a:gd name="connsiteX4-171" fmla="*/ 338574 w 1105180"/>
                <a:gd name="connsiteY4-172" fmla="*/ 343 h 80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105180" h="807065">
                  <a:moveTo>
                    <a:pt x="338574" y="343"/>
                  </a:moveTo>
                  <a:lnTo>
                    <a:pt x="1105180" y="0"/>
                  </a:lnTo>
                  <a:lnTo>
                    <a:pt x="0" y="807065"/>
                  </a:lnTo>
                  <a:cubicBezTo>
                    <a:pt x="7440" y="570533"/>
                    <a:pt x="14875" y="334005"/>
                    <a:pt x="22312" y="97475"/>
                  </a:cubicBezTo>
                  <a:cubicBezTo>
                    <a:pt x="22312" y="13305"/>
                    <a:pt x="254404" y="343"/>
                    <a:pt x="338574" y="343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04" name="文本框 503"/>
          <p:cNvSpPr txBox="1"/>
          <p:nvPr/>
        </p:nvSpPr>
        <p:spPr>
          <a:xfrm>
            <a:off x="2220246" y="4720156"/>
            <a:ext cx="386448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900" b="1" i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endParaRPr lang="zh-CN" altLang="en-US" sz="900" b="1" i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5" name="文本框 504"/>
          <p:cNvSpPr txBox="1"/>
          <p:nvPr/>
        </p:nvSpPr>
        <p:spPr>
          <a:xfrm>
            <a:off x="6109135" y="4424434"/>
            <a:ext cx="386448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900" b="1" i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endParaRPr lang="zh-CN" altLang="en-US" sz="900" b="1" i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65" name="组合 564"/>
          <p:cNvGrpSpPr/>
          <p:nvPr/>
        </p:nvGrpSpPr>
        <p:grpSpPr>
          <a:xfrm>
            <a:off x="2703321" y="2827602"/>
            <a:ext cx="1807558" cy="230832"/>
            <a:chOff x="2868421" y="2827602"/>
            <a:chExt cx="1807558" cy="230832"/>
          </a:xfrm>
          <a:effectLst/>
        </p:grpSpPr>
        <p:sp>
          <p:nvSpPr>
            <p:cNvPr id="506" name="文本框 505"/>
            <p:cNvSpPr txBox="1"/>
            <p:nvPr/>
          </p:nvSpPr>
          <p:spPr>
            <a:xfrm>
              <a:off x="2868421" y="2827602"/>
              <a:ext cx="180755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DDS</a:t>
              </a:r>
              <a:r>
                <a:rPr lang="zh-CN" altLang="en-US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信号发生器电路设计</a:t>
              </a:r>
              <a:endParaRPr lang="zh-CN" altLang="en-US" sz="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07" name="直接连接符 506"/>
            <p:cNvCxnSpPr/>
            <p:nvPr/>
          </p:nvCxnSpPr>
          <p:spPr>
            <a:xfrm>
              <a:off x="2868421" y="3058434"/>
              <a:ext cx="1752505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6" name="组合 565"/>
          <p:cNvGrpSpPr/>
          <p:nvPr/>
        </p:nvGrpSpPr>
        <p:grpSpPr>
          <a:xfrm>
            <a:off x="2703321" y="3124071"/>
            <a:ext cx="1807559" cy="237674"/>
            <a:chOff x="2868421" y="3050085"/>
            <a:chExt cx="1807559" cy="237674"/>
          </a:xfrm>
          <a:effectLst/>
        </p:grpSpPr>
        <p:sp>
          <p:nvSpPr>
            <p:cNvPr id="478" name="文本框 477"/>
            <p:cNvSpPr txBox="1"/>
            <p:nvPr/>
          </p:nvSpPr>
          <p:spPr>
            <a:xfrm>
              <a:off x="2868421" y="3050085"/>
              <a:ext cx="180755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示波器前端电路设计</a:t>
              </a:r>
              <a:endParaRPr lang="zh-CN" altLang="en-US" sz="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08" name="直接连接符 507"/>
            <p:cNvCxnSpPr/>
            <p:nvPr/>
          </p:nvCxnSpPr>
          <p:spPr>
            <a:xfrm>
              <a:off x="2868421" y="3287759"/>
              <a:ext cx="159404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09" name="图形 32"/>
          <p:cNvSpPr/>
          <p:nvPr/>
        </p:nvSpPr>
        <p:spPr>
          <a:xfrm rot="9094382">
            <a:off x="4011233" y="4014377"/>
            <a:ext cx="227422" cy="181333"/>
          </a:xfrm>
          <a:custGeom>
            <a:avLst/>
            <a:gdLst>
              <a:gd name="connsiteX0" fmla="*/ 503717 w 712577"/>
              <a:gd name="connsiteY0" fmla="*/ 121897 h 568167"/>
              <a:gd name="connsiteX1" fmla="*/ 503717 w 712577"/>
              <a:gd name="connsiteY1" fmla="*/ -545 h 568167"/>
              <a:gd name="connsiteX2" fmla="*/ 712413 w 712577"/>
              <a:gd name="connsiteY2" fmla="*/ 197019 h 568167"/>
              <a:gd name="connsiteX3" fmla="*/ 503717 w 712577"/>
              <a:gd name="connsiteY3" fmla="*/ 395087 h 568167"/>
              <a:gd name="connsiteX4" fmla="*/ 503717 w 712577"/>
              <a:gd name="connsiteY4" fmla="*/ 271024 h 568167"/>
              <a:gd name="connsiteX5" fmla="*/ 11246 w 712577"/>
              <a:gd name="connsiteY5" fmla="*/ 567623 h 568167"/>
              <a:gd name="connsiteX6" fmla="*/ -164 w 712577"/>
              <a:gd name="connsiteY6" fmla="*/ 493077 h 568167"/>
              <a:gd name="connsiteX7" fmla="*/ 503679 w 712577"/>
              <a:gd name="connsiteY7" fmla="*/ 121897 h 56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2577" h="568167">
                <a:moveTo>
                  <a:pt x="503717" y="121897"/>
                </a:moveTo>
                <a:lnTo>
                  <a:pt x="503717" y="-545"/>
                </a:lnTo>
                <a:lnTo>
                  <a:pt x="712413" y="197019"/>
                </a:lnTo>
                <a:lnTo>
                  <a:pt x="503717" y="395087"/>
                </a:lnTo>
                <a:lnTo>
                  <a:pt x="503717" y="271024"/>
                </a:lnTo>
                <a:cubicBezTo>
                  <a:pt x="258166" y="288346"/>
                  <a:pt x="59474" y="409996"/>
                  <a:pt x="11246" y="567623"/>
                </a:cubicBezTo>
                <a:cubicBezTo>
                  <a:pt x="3826" y="543393"/>
                  <a:pt x="-16" y="518304"/>
                  <a:pt x="-164" y="493077"/>
                </a:cubicBezTo>
                <a:cubicBezTo>
                  <a:pt x="-164" y="300771"/>
                  <a:pt x="220436" y="142172"/>
                  <a:pt x="503679" y="121897"/>
                </a:cubicBezTo>
                <a:close/>
              </a:path>
            </a:pathLst>
          </a:custGeom>
          <a:solidFill>
            <a:srgbClr val="7030A0"/>
          </a:solidFill>
          <a:ln w="605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11" name="文本框 510"/>
          <p:cNvSpPr txBox="1"/>
          <p:nvPr/>
        </p:nvSpPr>
        <p:spPr>
          <a:xfrm rot="16200000">
            <a:off x="2196286" y="3498824"/>
            <a:ext cx="417481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对照</a:t>
            </a: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567" name="组合 566"/>
          <p:cNvGrpSpPr/>
          <p:nvPr/>
        </p:nvGrpSpPr>
        <p:grpSpPr>
          <a:xfrm>
            <a:off x="2703321" y="3427382"/>
            <a:ext cx="1774014" cy="230832"/>
            <a:chOff x="2868421" y="3278712"/>
            <a:chExt cx="1774014" cy="230832"/>
          </a:xfrm>
          <a:effectLst/>
        </p:grpSpPr>
        <p:sp>
          <p:nvSpPr>
            <p:cNvPr id="516" name="文本框 515"/>
            <p:cNvSpPr txBox="1"/>
            <p:nvPr/>
          </p:nvSpPr>
          <p:spPr>
            <a:xfrm>
              <a:off x="2868421" y="3278712"/>
              <a:ext cx="177401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万用表电路设计与实现</a:t>
              </a:r>
              <a:endParaRPr lang="zh-CN" altLang="en-US" sz="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17" name="直接连接符 516"/>
            <p:cNvCxnSpPr/>
            <p:nvPr/>
          </p:nvCxnSpPr>
          <p:spPr>
            <a:xfrm>
              <a:off x="2868421" y="3509544"/>
              <a:ext cx="159404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8" name="组合 567"/>
          <p:cNvGrpSpPr/>
          <p:nvPr/>
        </p:nvGrpSpPr>
        <p:grpSpPr>
          <a:xfrm>
            <a:off x="2703321" y="3723851"/>
            <a:ext cx="1933280" cy="230832"/>
            <a:chOff x="2868421" y="3501195"/>
            <a:chExt cx="1933280" cy="230832"/>
          </a:xfrm>
          <a:effectLst/>
        </p:grpSpPr>
        <p:sp>
          <p:nvSpPr>
            <p:cNvPr id="477" name="文本框 476"/>
            <p:cNvSpPr txBox="1"/>
            <p:nvPr/>
          </p:nvSpPr>
          <p:spPr>
            <a:xfrm>
              <a:off x="2868421" y="3501195"/>
              <a:ext cx="193328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9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DAC</a:t>
              </a:r>
              <a:r>
                <a:rPr lang="zh-CN" altLang="en-US" sz="9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的数控电源</a:t>
              </a:r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CC/CV</a:t>
              </a:r>
              <a:r>
                <a:rPr lang="zh-CN" altLang="en-US" sz="9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设计</a:t>
              </a:r>
            </a:p>
          </p:txBody>
        </p:sp>
        <p:cxnSp>
          <p:nvCxnSpPr>
            <p:cNvPr id="519" name="直接连接符 518"/>
            <p:cNvCxnSpPr/>
            <p:nvPr/>
          </p:nvCxnSpPr>
          <p:spPr>
            <a:xfrm>
              <a:off x="2868421" y="3729314"/>
              <a:ext cx="1774014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45" name="文本框 544"/>
          <p:cNvSpPr txBox="1"/>
          <p:nvPr/>
        </p:nvSpPr>
        <p:spPr>
          <a:xfrm>
            <a:off x="3234445" y="4715892"/>
            <a:ext cx="2796968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信号处理功能的完善</a:t>
            </a:r>
            <a:r>
              <a:rPr lang="en-US" altLang="zh-CN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测量精度和稳定性的提高</a:t>
            </a: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546" name="组合 545"/>
          <p:cNvGrpSpPr/>
          <p:nvPr/>
        </p:nvGrpSpPr>
        <p:grpSpPr>
          <a:xfrm>
            <a:off x="1069971" y="3585939"/>
            <a:ext cx="1245069" cy="154831"/>
            <a:chOff x="847004" y="1761643"/>
            <a:chExt cx="1245069" cy="496238"/>
          </a:xfrm>
          <a:effectLst/>
        </p:grpSpPr>
        <p:sp>
          <p:nvSpPr>
            <p:cNvPr id="547" name="矩形: 圆角 546"/>
            <p:cNvSpPr/>
            <p:nvPr/>
          </p:nvSpPr>
          <p:spPr>
            <a:xfrm>
              <a:off x="847004" y="1761643"/>
              <a:ext cx="1245069" cy="496238"/>
            </a:xfrm>
            <a:prstGeom prst="roundRect">
              <a:avLst>
                <a:gd name="adj" fmla="val 10309"/>
              </a:avLst>
            </a:prstGeom>
            <a:solidFill>
              <a:srgbClr val="EFE9EE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电路模型与参数关系</a:t>
              </a:r>
              <a:endPara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9" name="矩形: 一个圆顶角，剪去另一个顶角 22"/>
            <p:cNvSpPr/>
            <p:nvPr/>
          </p:nvSpPr>
          <p:spPr>
            <a:xfrm>
              <a:off x="848845" y="1766406"/>
              <a:ext cx="78280" cy="251813"/>
            </a:xfrm>
            <a:custGeom>
              <a:avLst/>
              <a:gdLst>
                <a:gd name="connsiteX0" fmla="*/ 152403 w 914400"/>
                <a:gd name="connsiteY0" fmla="*/ 0 h 914400"/>
                <a:gd name="connsiteX1" fmla="*/ 761997 w 914400"/>
                <a:gd name="connsiteY1" fmla="*/ 0 h 914400"/>
                <a:gd name="connsiteX2" fmla="*/ 914400 w 914400"/>
                <a:gd name="connsiteY2" fmla="*/ 152403 h 914400"/>
                <a:gd name="connsiteX3" fmla="*/ 914400 w 914400"/>
                <a:gd name="connsiteY3" fmla="*/ 914400 h 914400"/>
                <a:gd name="connsiteX4" fmla="*/ 0 w 914400"/>
                <a:gd name="connsiteY4" fmla="*/ 914400 h 914400"/>
                <a:gd name="connsiteX5" fmla="*/ 0 w 914400"/>
                <a:gd name="connsiteY5" fmla="*/ 152403 h 914400"/>
                <a:gd name="connsiteX6" fmla="*/ 152403 w 914400"/>
                <a:gd name="connsiteY6" fmla="*/ 0 h 914400"/>
                <a:gd name="connsiteX0-1" fmla="*/ 152403 w 914400"/>
                <a:gd name="connsiteY0-2" fmla="*/ 0 h 914400"/>
                <a:gd name="connsiteX1-3" fmla="*/ 761997 w 914400"/>
                <a:gd name="connsiteY1-4" fmla="*/ 0 h 914400"/>
                <a:gd name="connsiteX2-5" fmla="*/ 914400 w 914400"/>
                <a:gd name="connsiteY2-6" fmla="*/ 152403 h 914400"/>
                <a:gd name="connsiteX3-7" fmla="*/ 0 w 914400"/>
                <a:gd name="connsiteY3-8" fmla="*/ 914400 h 914400"/>
                <a:gd name="connsiteX4-9" fmla="*/ 0 w 914400"/>
                <a:gd name="connsiteY4-10" fmla="*/ 152403 h 914400"/>
                <a:gd name="connsiteX5-11" fmla="*/ 152403 w 914400"/>
                <a:gd name="connsiteY5-12" fmla="*/ 0 h 914400"/>
                <a:gd name="connsiteX0-13" fmla="*/ 152403 w 914400"/>
                <a:gd name="connsiteY0-14" fmla="*/ 0 h 914400"/>
                <a:gd name="connsiteX1-15" fmla="*/ 914400 w 914400"/>
                <a:gd name="connsiteY1-16" fmla="*/ 152403 h 914400"/>
                <a:gd name="connsiteX2-17" fmla="*/ 0 w 914400"/>
                <a:gd name="connsiteY2-18" fmla="*/ 914400 h 914400"/>
                <a:gd name="connsiteX3-19" fmla="*/ 0 w 914400"/>
                <a:gd name="connsiteY3-20" fmla="*/ 152403 h 914400"/>
                <a:gd name="connsiteX4-21" fmla="*/ 152403 w 914400"/>
                <a:gd name="connsiteY4-22" fmla="*/ 0 h 914400"/>
                <a:gd name="connsiteX0-23" fmla="*/ 152403 w 914400"/>
                <a:gd name="connsiteY0-24" fmla="*/ 0 h 687258"/>
                <a:gd name="connsiteX1-25" fmla="*/ 914400 w 914400"/>
                <a:gd name="connsiteY1-26" fmla="*/ 152403 h 687258"/>
                <a:gd name="connsiteX2-27" fmla="*/ 27641 w 914400"/>
                <a:gd name="connsiteY2-28" fmla="*/ 687258 h 687258"/>
                <a:gd name="connsiteX3-29" fmla="*/ 0 w 914400"/>
                <a:gd name="connsiteY3-30" fmla="*/ 152403 h 687258"/>
                <a:gd name="connsiteX4-31" fmla="*/ 152403 w 914400"/>
                <a:gd name="connsiteY4-32" fmla="*/ 0 h 687258"/>
                <a:gd name="connsiteX0-33" fmla="*/ 152403 w 914400"/>
                <a:gd name="connsiteY0-34" fmla="*/ 0 h 732686"/>
                <a:gd name="connsiteX1-35" fmla="*/ 914400 w 914400"/>
                <a:gd name="connsiteY1-36" fmla="*/ 152403 h 732686"/>
                <a:gd name="connsiteX2-37" fmla="*/ 27641 w 914400"/>
                <a:gd name="connsiteY2-38" fmla="*/ 732686 h 732686"/>
                <a:gd name="connsiteX3-39" fmla="*/ 0 w 914400"/>
                <a:gd name="connsiteY3-40" fmla="*/ 152403 h 732686"/>
                <a:gd name="connsiteX4-41" fmla="*/ 152403 w 914400"/>
                <a:gd name="connsiteY4-42" fmla="*/ 0 h 732686"/>
                <a:gd name="connsiteX0-43" fmla="*/ 152403 w 964886"/>
                <a:gd name="connsiteY0-44" fmla="*/ 0 h 732686"/>
                <a:gd name="connsiteX1-45" fmla="*/ 964886 w 964886"/>
                <a:gd name="connsiteY1-46" fmla="*/ 12413 h 732686"/>
                <a:gd name="connsiteX2-47" fmla="*/ 27641 w 964886"/>
                <a:gd name="connsiteY2-48" fmla="*/ 732686 h 732686"/>
                <a:gd name="connsiteX3-49" fmla="*/ 0 w 964886"/>
                <a:gd name="connsiteY3-50" fmla="*/ 152403 h 732686"/>
                <a:gd name="connsiteX4-51" fmla="*/ 152403 w 964886"/>
                <a:gd name="connsiteY4-52" fmla="*/ 0 h 732686"/>
                <a:gd name="connsiteX0-53" fmla="*/ 155049 w 967532"/>
                <a:gd name="connsiteY0-54" fmla="*/ 0 h 711687"/>
                <a:gd name="connsiteX1-55" fmla="*/ 967532 w 967532"/>
                <a:gd name="connsiteY1-56" fmla="*/ 12413 h 711687"/>
                <a:gd name="connsiteX2-57" fmla="*/ 0 w 967532"/>
                <a:gd name="connsiteY2-58" fmla="*/ 711687 h 711687"/>
                <a:gd name="connsiteX3-59" fmla="*/ 2646 w 967532"/>
                <a:gd name="connsiteY3-60" fmla="*/ 152403 h 711687"/>
                <a:gd name="connsiteX4-61" fmla="*/ 155049 w 967532"/>
                <a:gd name="connsiteY4-62" fmla="*/ 0 h 711687"/>
                <a:gd name="connsiteX0-63" fmla="*/ 155049 w 1046187"/>
                <a:gd name="connsiteY0-64" fmla="*/ 72625 h 784312"/>
                <a:gd name="connsiteX1-65" fmla="*/ 1046187 w 1046187"/>
                <a:gd name="connsiteY1-66" fmla="*/ 0 h 784312"/>
                <a:gd name="connsiteX2-67" fmla="*/ 0 w 1046187"/>
                <a:gd name="connsiteY2-68" fmla="*/ 784312 h 784312"/>
                <a:gd name="connsiteX3-69" fmla="*/ 2646 w 1046187"/>
                <a:gd name="connsiteY3-70" fmla="*/ 225028 h 784312"/>
                <a:gd name="connsiteX4-71" fmla="*/ 155049 w 1046187"/>
                <a:gd name="connsiteY4-72" fmla="*/ 72625 h 784312"/>
                <a:gd name="connsiteX0-73" fmla="*/ 417230 w 1046187"/>
                <a:gd name="connsiteY0-74" fmla="*/ 0 h 847745"/>
                <a:gd name="connsiteX1-75" fmla="*/ 1046187 w 1046187"/>
                <a:gd name="connsiteY1-76" fmla="*/ 63433 h 847745"/>
                <a:gd name="connsiteX2-77" fmla="*/ 0 w 1046187"/>
                <a:gd name="connsiteY2-78" fmla="*/ 847745 h 847745"/>
                <a:gd name="connsiteX3-79" fmla="*/ 2646 w 1046187"/>
                <a:gd name="connsiteY3-80" fmla="*/ 288461 h 847745"/>
                <a:gd name="connsiteX4-81" fmla="*/ 417230 w 1046187"/>
                <a:gd name="connsiteY4-82" fmla="*/ 0 h 847745"/>
                <a:gd name="connsiteX0-83" fmla="*/ 417230 w 1065849"/>
                <a:gd name="connsiteY0-84" fmla="*/ 0 h 847745"/>
                <a:gd name="connsiteX1-85" fmla="*/ 1065849 w 1065849"/>
                <a:gd name="connsiteY1-86" fmla="*/ 63433 h 847745"/>
                <a:gd name="connsiteX2-87" fmla="*/ 0 w 1065849"/>
                <a:gd name="connsiteY2-88" fmla="*/ 847745 h 847745"/>
                <a:gd name="connsiteX3-89" fmla="*/ 2646 w 1065849"/>
                <a:gd name="connsiteY3-90" fmla="*/ 288461 h 847745"/>
                <a:gd name="connsiteX4-91" fmla="*/ 417230 w 1065849"/>
                <a:gd name="connsiteY4-92" fmla="*/ 0 h 847745"/>
                <a:gd name="connsiteX0-93" fmla="*/ 299243 w 1065849"/>
                <a:gd name="connsiteY0-94" fmla="*/ 343 h 784312"/>
                <a:gd name="connsiteX1-95" fmla="*/ 1065849 w 1065849"/>
                <a:gd name="connsiteY1-96" fmla="*/ 0 h 784312"/>
                <a:gd name="connsiteX2-97" fmla="*/ 0 w 1065849"/>
                <a:gd name="connsiteY2-98" fmla="*/ 784312 h 784312"/>
                <a:gd name="connsiteX3-99" fmla="*/ 2646 w 1065849"/>
                <a:gd name="connsiteY3-100" fmla="*/ 225028 h 784312"/>
                <a:gd name="connsiteX4-101" fmla="*/ 299243 w 1065849"/>
                <a:gd name="connsiteY4-102" fmla="*/ 343 h 784312"/>
                <a:gd name="connsiteX0-103" fmla="*/ 316262 w 1082868"/>
                <a:gd name="connsiteY0-104" fmla="*/ 343 h 784312"/>
                <a:gd name="connsiteX1-105" fmla="*/ 1082868 w 1082868"/>
                <a:gd name="connsiteY1-106" fmla="*/ 0 h 784312"/>
                <a:gd name="connsiteX2-107" fmla="*/ 17019 w 1082868"/>
                <a:gd name="connsiteY2-108" fmla="*/ 784312 h 784312"/>
                <a:gd name="connsiteX3-109" fmla="*/ 0 w 1082868"/>
                <a:gd name="connsiteY3-110" fmla="*/ 97475 h 784312"/>
                <a:gd name="connsiteX4-111" fmla="*/ 316262 w 1082868"/>
                <a:gd name="connsiteY4-112" fmla="*/ 343 h 784312"/>
                <a:gd name="connsiteX0-113" fmla="*/ 358236 w 1124842"/>
                <a:gd name="connsiteY0-114" fmla="*/ 343 h 784312"/>
                <a:gd name="connsiteX1-115" fmla="*/ 1124842 w 1124842"/>
                <a:gd name="connsiteY1-116" fmla="*/ 0 h 784312"/>
                <a:gd name="connsiteX2-117" fmla="*/ 0 w 1124842"/>
                <a:gd name="connsiteY2-118" fmla="*/ 784312 h 784312"/>
                <a:gd name="connsiteX3-119" fmla="*/ 41974 w 1124842"/>
                <a:gd name="connsiteY3-120" fmla="*/ 97475 h 784312"/>
                <a:gd name="connsiteX4-121" fmla="*/ 358236 w 1124842"/>
                <a:gd name="connsiteY4-122" fmla="*/ 343 h 784312"/>
                <a:gd name="connsiteX0-123" fmla="*/ 316262 w 1082868"/>
                <a:gd name="connsiteY0-124" fmla="*/ 343 h 807065"/>
                <a:gd name="connsiteX1-125" fmla="*/ 1082868 w 1082868"/>
                <a:gd name="connsiteY1-126" fmla="*/ 0 h 807065"/>
                <a:gd name="connsiteX2-127" fmla="*/ 17019 w 1082868"/>
                <a:gd name="connsiteY2-128" fmla="*/ 807065 h 807065"/>
                <a:gd name="connsiteX3-129" fmla="*/ 0 w 1082868"/>
                <a:gd name="connsiteY3-130" fmla="*/ 97475 h 807065"/>
                <a:gd name="connsiteX4-131" fmla="*/ 316262 w 1082868"/>
                <a:gd name="connsiteY4-132" fmla="*/ 343 h 807065"/>
                <a:gd name="connsiteX0-133" fmla="*/ 358236 w 1124842"/>
                <a:gd name="connsiteY0-134" fmla="*/ 343 h 818439"/>
                <a:gd name="connsiteX1-135" fmla="*/ 1124842 w 1124842"/>
                <a:gd name="connsiteY1-136" fmla="*/ 0 h 818439"/>
                <a:gd name="connsiteX2-137" fmla="*/ 0 w 1124842"/>
                <a:gd name="connsiteY2-138" fmla="*/ 818439 h 818439"/>
                <a:gd name="connsiteX3-139" fmla="*/ 41974 w 1124842"/>
                <a:gd name="connsiteY3-140" fmla="*/ 97475 h 818439"/>
                <a:gd name="connsiteX4-141" fmla="*/ 358236 w 1124842"/>
                <a:gd name="connsiteY4-142" fmla="*/ 343 h 818439"/>
                <a:gd name="connsiteX0-143" fmla="*/ 338574 w 1105180"/>
                <a:gd name="connsiteY0-144" fmla="*/ 343 h 818439"/>
                <a:gd name="connsiteX1-145" fmla="*/ 1105180 w 1105180"/>
                <a:gd name="connsiteY1-146" fmla="*/ 0 h 818439"/>
                <a:gd name="connsiteX2-147" fmla="*/ 0 w 1105180"/>
                <a:gd name="connsiteY2-148" fmla="*/ 818439 h 818439"/>
                <a:gd name="connsiteX3-149" fmla="*/ 22312 w 1105180"/>
                <a:gd name="connsiteY3-150" fmla="*/ 97475 h 818439"/>
                <a:gd name="connsiteX4-151" fmla="*/ 338574 w 1105180"/>
                <a:gd name="connsiteY4-152" fmla="*/ 343 h 818439"/>
                <a:gd name="connsiteX0-153" fmla="*/ 338574 w 1105180"/>
                <a:gd name="connsiteY0-154" fmla="*/ 343 h 807065"/>
                <a:gd name="connsiteX1-155" fmla="*/ 1105180 w 1105180"/>
                <a:gd name="connsiteY1-156" fmla="*/ 0 h 807065"/>
                <a:gd name="connsiteX2-157" fmla="*/ 0 w 1105180"/>
                <a:gd name="connsiteY2-158" fmla="*/ 807065 h 807065"/>
                <a:gd name="connsiteX3-159" fmla="*/ 22312 w 1105180"/>
                <a:gd name="connsiteY3-160" fmla="*/ 97475 h 807065"/>
                <a:gd name="connsiteX4-161" fmla="*/ 338574 w 1105180"/>
                <a:gd name="connsiteY4-162" fmla="*/ 343 h 807065"/>
                <a:gd name="connsiteX0-163" fmla="*/ 338574 w 1105180"/>
                <a:gd name="connsiteY0-164" fmla="*/ 343 h 807065"/>
                <a:gd name="connsiteX1-165" fmla="*/ 1105180 w 1105180"/>
                <a:gd name="connsiteY1-166" fmla="*/ 0 h 807065"/>
                <a:gd name="connsiteX2-167" fmla="*/ 0 w 1105180"/>
                <a:gd name="connsiteY2-168" fmla="*/ 807065 h 807065"/>
                <a:gd name="connsiteX3-169" fmla="*/ 22312 w 1105180"/>
                <a:gd name="connsiteY3-170" fmla="*/ 97475 h 807065"/>
                <a:gd name="connsiteX4-171" fmla="*/ 338574 w 1105180"/>
                <a:gd name="connsiteY4-172" fmla="*/ 343 h 80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105180" h="807065">
                  <a:moveTo>
                    <a:pt x="338574" y="343"/>
                  </a:moveTo>
                  <a:lnTo>
                    <a:pt x="1105180" y="0"/>
                  </a:lnTo>
                  <a:lnTo>
                    <a:pt x="0" y="807065"/>
                  </a:lnTo>
                  <a:cubicBezTo>
                    <a:pt x="7440" y="570533"/>
                    <a:pt x="14875" y="334005"/>
                    <a:pt x="22312" y="97475"/>
                  </a:cubicBezTo>
                  <a:cubicBezTo>
                    <a:pt x="22312" y="13305"/>
                    <a:pt x="254404" y="343"/>
                    <a:pt x="338574" y="343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1" name="组合 550"/>
          <p:cNvGrpSpPr/>
          <p:nvPr/>
        </p:nvGrpSpPr>
        <p:grpSpPr>
          <a:xfrm>
            <a:off x="1069966" y="4250397"/>
            <a:ext cx="1245074" cy="154831"/>
            <a:chOff x="847004" y="1761643"/>
            <a:chExt cx="1090558" cy="496238"/>
          </a:xfrm>
          <a:effectLst/>
        </p:grpSpPr>
        <p:sp>
          <p:nvSpPr>
            <p:cNvPr id="553" name="矩形: 圆角 552"/>
            <p:cNvSpPr/>
            <p:nvPr/>
          </p:nvSpPr>
          <p:spPr>
            <a:xfrm>
              <a:off x="847004" y="1761643"/>
              <a:ext cx="1090558" cy="496238"/>
            </a:xfrm>
            <a:prstGeom prst="roundRect">
              <a:avLst>
                <a:gd name="adj" fmla="val 10309"/>
              </a:avLst>
            </a:prstGeom>
            <a:solidFill>
              <a:srgbClr val="EFE9EE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硬件实物与测试数据</a:t>
              </a:r>
              <a:endPara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4" name="矩形: 一个圆顶角，剪去另一个顶角 22"/>
            <p:cNvSpPr/>
            <p:nvPr/>
          </p:nvSpPr>
          <p:spPr>
            <a:xfrm>
              <a:off x="848845" y="1766406"/>
              <a:ext cx="78280" cy="251813"/>
            </a:xfrm>
            <a:custGeom>
              <a:avLst/>
              <a:gdLst>
                <a:gd name="connsiteX0" fmla="*/ 152403 w 914400"/>
                <a:gd name="connsiteY0" fmla="*/ 0 h 914400"/>
                <a:gd name="connsiteX1" fmla="*/ 761997 w 914400"/>
                <a:gd name="connsiteY1" fmla="*/ 0 h 914400"/>
                <a:gd name="connsiteX2" fmla="*/ 914400 w 914400"/>
                <a:gd name="connsiteY2" fmla="*/ 152403 h 914400"/>
                <a:gd name="connsiteX3" fmla="*/ 914400 w 914400"/>
                <a:gd name="connsiteY3" fmla="*/ 914400 h 914400"/>
                <a:gd name="connsiteX4" fmla="*/ 0 w 914400"/>
                <a:gd name="connsiteY4" fmla="*/ 914400 h 914400"/>
                <a:gd name="connsiteX5" fmla="*/ 0 w 914400"/>
                <a:gd name="connsiteY5" fmla="*/ 152403 h 914400"/>
                <a:gd name="connsiteX6" fmla="*/ 152403 w 914400"/>
                <a:gd name="connsiteY6" fmla="*/ 0 h 914400"/>
                <a:gd name="connsiteX0-1" fmla="*/ 152403 w 914400"/>
                <a:gd name="connsiteY0-2" fmla="*/ 0 h 914400"/>
                <a:gd name="connsiteX1-3" fmla="*/ 761997 w 914400"/>
                <a:gd name="connsiteY1-4" fmla="*/ 0 h 914400"/>
                <a:gd name="connsiteX2-5" fmla="*/ 914400 w 914400"/>
                <a:gd name="connsiteY2-6" fmla="*/ 152403 h 914400"/>
                <a:gd name="connsiteX3-7" fmla="*/ 0 w 914400"/>
                <a:gd name="connsiteY3-8" fmla="*/ 914400 h 914400"/>
                <a:gd name="connsiteX4-9" fmla="*/ 0 w 914400"/>
                <a:gd name="connsiteY4-10" fmla="*/ 152403 h 914400"/>
                <a:gd name="connsiteX5-11" fmla="*/ 152403 w 914400"/>
                <a:gd name="connsiteY5-12" fmla="*/ 0 h 914400"/>
                <a:gd name="connsiteX0-13" fmla="*/ 152403 w 914400"/>
                <a:gd name="connsiteY0-14" fmla="*/ 0 h 914400"/>
                <a:gd name="connsiteX1-15" fmla="*/ 914400 w 914400"/>
                <a:gd name="connsiteY1-16" fmla="*/ 152403 h 914400"/>
                <a:gd name="connsiteX2-17" fmla="*/ 0 w 914400"/>
                <a:gd name="connsiteY2-18" fmla="*/ 914400 h 914400"/>
                <a:gd name="connsiteX3-19" fmla="*/ 0 w 914400"/>
                <a:gd name="connsiteY3-20" fmla="*/ 152403 h 914400"/>
                <a:gd name="connsiteX4-21" fmla="*/ 152403 w 914400"/>
                <a:gd name="connsiteY4-22" fmla="*/ 0 h 914400"/>
                <a:gd name="connsiteX0-23" fmla="*/ 152403 w 914400"/>
                <a:gd name="connsiteY0-24" fmla="*/ 0 h 687258"/>
                <a:gd name="connsiteX1-25" fmla="*/ 914400 w 914400"/>
                <a:gd name="connsiteY1-26" fmla="*/ 152403 h 687258"/>
                <a:gd name="connsiteX2-27" fmla="*/ 27641 w 914400"/>
                <a:gd name="connsiteY2-28" fmla="*/ 687258 h 687258"/>
                <a:gd name="connsiteX3-29" fmla="*/ 0 w 914400"/>
                <a:gd name="connsiteY3-30" fmla="*/ 152403 h 687258"/>
                <a:gd name="connsiteX4-31" fmla="*/ 152403 w 914400"/>
                <a:gd name="connsiteY4-32" fmla="*/ 0 h 687258"/>
                <a:gd name="connsiteX0-33" fmla="*/ 152403 w 914400"/>
                <a:gd name="connsiteY0-34" fmla="*/ 0 h 732686"/>
                <a:gd name="connsiteX1-35" fmla="*/ 914400 w 914400"/>
                <a:gd name="connsiteY1-36" fmla="*/ 152403 h 732686"/>
                <a:gd name="connsiteX2-37" fmla="*/ 27641 w 914400"/>
                <a:gd name="connsiteY2-38" fmla="*/ 732686 h 732686"/>
                <a:gd name="connsiteX3-39" fmla="*/ 0 w 914400"/>
                <a:gd name="connsiteY3-40" fmla="*/ 152403 h 732686"/>
                <a:gd name="connsiteX4-41" fmla="*/ 152403 w 914400"/>
                <a:gd name="connsiteY4-42" fmla="*/ 0 h 732686"/>
                <a:gd name="connsiteX0-43" fmla="*/ 152403 w 964886"/>
                <a:gd name="connsiteY0-44" fmla="*/ 0 h 732686"/>
                <a:gd name="connsiteX1-45" fmla="*/ 964886 w 964886"/>
                <a:gd name="connsiteY1-46" fmla="*/ 12413 h 732686"/>
                <a:gd name="connsiteX2-47" fmla="*/ 27641 w 964886"/>
                <a:gd name="connsiteY2-48" fmla="*/ 732686 h 732686"/>
                <a:gd name="connsiteX3-49" fmla="*/ 0 w 964886"/>
                <a:gd name="connsiteY3-50" fmla="*/ 152403 h 732686"/>
                <a:gd name="connsiteX4-51" fmla="*/ 152403 w 964886"/>
                <a:gd name="connsiteY4-52" fmla="*/ 0 h 732686"/>
                <a:gd name="connsiteX0-53" fmla="*/ 155049 w 967532"/>
                <a:gd name="connsiteY0-54" fmla="*/ 0 h 711687"/>
                <a:gd name="connsiteX1-55" fmla="*/ 967532 w 967532"/>
                <a:gd name="connsiteY1-56" fmla="*/ 12413 h 711687"/>
                <a:gd name="connsiteX2-57" fmla="*/ 0 w 967532"/>
                <a:gd name="connsiteY2-58" fmla="*/ 711687 h 711687"/>
                <a:gd name="connsiteX3-59" fmla="*/ 2646 w 967532"/>
                <a:gd name="connsiteY3-60" fmla="*/ 152403 h 711687"/>
                <a:gd name="connsiteX4-61" fmla="*/ 155049 w 967532"/>
                <a:gd name="connsiteY4-62" fmla="*/ 0 h 711687"/>
                <a:gd name="connsiteX0-63" fmla="*/ 155049 w 1046187"/>
                <a:gd name="connsiteY0-64" fmla="*/ 72625 h 784312"/>
                <a:gd name="connsiteX1-65" fmla="*/ 1046187 w 1046187"/>
                <a:gd name="connsiteY1-66" fmla="*/ 0 h 784312"/>
                <a:gd name="connsiteX2-67" fmla="*/ 0 w 1046187"/>
                <a:gd name="connsiteY2-68" fmla="*/ 784312 h 784312"/>
                <a:gd name="connsiteX3-69" fmla="*/ 2646 w 1046187"/>
                <a:gd name="connsiteY3-70" fmla="*/ 225028 h 784312"/>
                <a:gd name="connsiteX4-71" fmla="*/ 155049 w 1046187"/>
                <a:gd name="connsiteY4-72" fmla="*/ 72625 h 784312"/>
                <a:gd name="connsiteX0-73" fmla="*/ 417230 w 1046187"/>
                <a:gd name="connsiteY0-74" fmla="*/ 0 h 847745"/>
                <a:gd name="connsiteX1-75" fmla="*/ 1046187 w 1046187"/>
                <a:gd name="connsiteY1-76" fmla="*/ 63433 h 847745"/>
                <a:gd name="connsiteX2-77" fmla="*/ 0 w 1046187"/>
                <a:gd name="connsiteY2-78" fmla="*/ 847745 h 847745"/>
                <a:gd name="connsiteX3-79" fmla="*/ 2646 w 1046187"/>
                <a:gd name="connsiteY3-80" fmla="*/ 288461 h 847745"/>
                <a:gd name="connsiteX4-81" fmla="*/ 417230 w 1046187"/>
                <a:gd name="connsiteY4-82" fmla="*/ 0 h 847745"/>
                <a:gd name="connsiteX0-83" fmla="*/ 417230 w 1065849"/>
                <a:gd name="connsiteY0-84" fmla="*/ 0 h 847745"/>
                <a:gd name="connsiteX1-85" fmla="*/ 1065849 w 1065849"/>
                <a:gd name="connsiteY1-86" fmla="*/ 63433 h 847745"/>
                <a:gd name="connsiteX2-87" fmla="*/ 0 w 1065849"/>
                <a:gd name="connsiteY2-88" fmla="*/ 847745 h 847745"/>
                <a:gd name="connsiteX3-89" fmla="*/ 2646 w 1065849"/>
                <a:gd name="connsiteY3-90" fmla="*/ 288461 h 847745"/>
                <a:gd name="connsiteX4-91" fmla="*/ 417230 w 1065849"/>
                <a:gd name="connsiteY4-92" fmla="*/ 0 h 847745"/>
                <a:gd name="connsiteX0-93" fmla="*/ 299243 w 1065849"/>
                <a:gd name="connsiteY0-94" fmla="*/ 343 h 784312"/>
                <a:gd name="connsiteX1-95" fmla="*/ 1065849 w 1065849"/>
                <a:gd name="connsiteY1-96" fmla="*/ 0 h 784312"/>
                <a:gd name="connsiteX2-97" fmla="*/ 0 w 1065849"/>
                <a:gd name="connsiteY2-98" fmla="*/ 784312 h 784312"/>
                <a:gd name="connsiteX3-99" fmla="*/ 2646 w 1065849"/>
                <a:gd name="connsiteY3-100" fmla="*/ 225028 h 784312"/>
                <a:gd name="connsiteX4-101" fmla="*/ 299243 w 1065849"/>
                <a:gd name="connsiteY4-102" fmla="*/ 343 h 784312"/>
                <a:gd name="connsiteX0-103" fmla="*/ 316262 w 1082868"/>
                <a:gd name="connsiteY0-104" fmla="*/ 343 h 784312"/>
                <a:gd name="connsiteX1-105" fmla="*/ 1082868 w 1082868"/>
                <a:gd name="connsiteY1-106" fmla="*/ 0 h 784312"/>
                <a:gd name="connsiteX2-107" fmla="*/ 17019 w 1082868"/>
                <a:gd name="connsiteY2-108" fmla="*/ 784312 h 784312"/>
                <a:gd name="connsiteX3-109" fmla="*/ 0 w 1082868"/>
                <a:gd name="connsiteY3-110" fmla="*/ 97475 h 784312"/>
                <a:gd name="connsiteX4-111" fmla="*/ 316262 w 1082868"/>
                <a:gd name="connsiteY4-112" fmla="*/ 343 h 784312"/>
                <a:gd name="connsiteX0-113" fmla="*/ 358236 w 1124842"/>
                <a:gd name="connsiteY0-114" fmla="*/ 343 h 784312"/>
                <a:gd name="connsiteX1-115" fmla="*/ 1124842 w 1124842"/>
                <a:gd name="connsiteY1-116" fmla="*/ 0 h 784312"/>
                <a:gd name="connsiteX2-117" fmla="*/ 0 w 1124842"/>
                <a:gd name="connsiteY2-118" fmla="*/ 784312 h 784312"/>
                <a:gd name="connsiteX3-119" fmla="*/ 41974 w 1124842"/>
                <a:gd name="connsiteY3-120" fmla="*/ 97475 h 784312"/>
                <a:gd name="connsiteX4-121" fmla="*/ 358236 w 1124842"/>
                <a:gd name="connsiteY4-122" fmla="*/ 343 h 784312"/>
                <a:gd name="connsiteX0-123" fmla="*/ 316262 w 1082868"/>
                <a:gd name="connsiteY0-124" fmla="*/ 343 h 807065"/>
                <a:gd name="connsiteX1-125" fmla="*/ 1082868 w 1082868"/>
                <a:gd name="connsiteY1-126" fmla="*/ 0 h 807065"/>
                <a:gd name="connsiteX2-127" fmla="*/ 17019 w 1082868"/>
                <a:gd name="connsiteY2-128" fmla="*/ 807065 h 807065"/>
                <a:gd name="connsiteX3-129" fmla="*/ 0 w 1082868"/>
                <a:gd name="connsiteY3-130" fmla="*/ 97475 h 807065"/>
                <a:gd name="connsiteX4-131" fmla="*/ 316262 w 1082868"/>
                <a:gd name="connsiteY4-132" fmla="*/ 343 h 807065"/>
                <a:gd name="connsiteX0-133" fmla="*/ 358236 w 1124842"/>
                <a:gd name="connsiteY0-134" fmla="*/ 343 h 818439"/>
                <a:gd name="connsiteX1-135" fmla="*/ 1124842 w 1124842"/>
                <a:gd name="connsiteY1-136" fmla="*/ 0 h 818439"/>
                <a:gd name="connsiteX2-137" fmla="*/ 0 w 1124842"/>
                <a:gd name="connsiteY2-138" fmla="*/ 818439 h 818439"/>
                <a:gd name="connsiteX3-139" fmla="*/ 41974 w 1124842"/>
                <a:gd name="connsiteY3-140" fmla="*/ 97475 h 818439"/>
                <a:gd name="connsiteX4-141" fmla="*/ 358236 w 1124842"/>
                <a:gd name="connsiteY4-142" fmla="*/ 343 h 818439"/>
                <a:gd name="connsiteX0-143" fmla="*/ 338574 w 1105180"/>
                <a:gd name="connsiteY0-144" fmla="*/ 343 h 818439"/>
                <a:gd name="connsiteX1-145" fmla="*/ 1105180 w 1105180"/>
                <a:gd name="connsiteY1-146" fmla="*/ 0 h 818439"/>
                <a:gd name="connsiteX2-147" fmla="*/ 0 w 1105180"/>
                <a:gd name="connsiteY2-148" fmla="*/ 818439 h 818439"/>
                <a:gd name="connsiteX3-149" fmla="*/ 22312 w 1105180"/>
                <a:gd name="connsiteY3-150" fmla="*/ 97475 h 818439"/>
                <a:gd name="connsiteX4-151" fmla="*/ 338574 w 1105180"/>
                <a:gd name="connsiteY4-152" fmla="*/ 343 h 818439"/>
                <a:gd name="connsiteX0-153" fmla="*/ 338574 w 1105180"/>
                <a:gd name="connsiteY0-154" fmla="*/ 343 h 807065"/>
                <a:gd name="connsiteX1-155" fmla="*/ 1105180 w 1105180"/>
                <a:gd name="connsiteY1-156" fmla="*/ 0 h 807065"/>
                <a:gd name="connsiteX2-157" fmla="*/ 0 w 1105180"/>
                <a:gd name="connsiteY2-158" fmla="*/ 807065 h 807065"/>
                <a:gd name="connsiteX3-159" fmla="*/ 22312 w 1105180"/>
                <a:gd name="connsiteY3-160" fmla="*/ 97475 h 807065"/>
                <a:gd name="connsiteX4-161" fmla="*/ 338574 w 1105180"/>
                <a:gd name="connsiteY4-162" fmla="*/ 343 h 807065"/>
                <a:gd name="connsiteX0-163" fmla="*/ 338574 w 1105180"/>
                <a:gd name="connsiteY0-164" fmla="*/ 343 h 807065"/>
                <a:gd name="connsiteX1-165" fmla="*/ 1105180 w 1105180"/>
                <a:gd name="connsiteY1-166" fmla="*/ 0 h 807065"/>
                <a:gd name="connsiteX2-167" fmla="*/ 0 w 1105180"/>
                <a:gd name="connsiteY2-168" fmla="*/ 807065 h 807065"/>
                <a:gd name="connsiteX3-169" fmla="*/ 22312 w 1105180"/>
                <a:gd name="connsiteY3-170" fmla="*/ 97475 h 807065"/>
                <a:gd name="connsiteX4-171" fmla="*/ 338574 w 1105180"/>
                <a:gd name="connsiteY4-172" fmla="*/ 343 h 80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105180" h="807065">
                  <a:moveTo>
                    <a:pt x="338574" y="343"/>
                  </a:moveTo>
                  <a:lnTo>
                    <a:pt x="1105180" y="0"/>
                  </a:lnTo>
                  <a:lnTo>
                    <a:pt x="0" y="807065"/>
                  </a:lnTo>
                  <a:cubicBezTo>
                    <a:pt x="7440" y="570533"/>
                    <a:pt x="14875" y="334005"/>
                    <a:pt x="22312" y="97475"/>
                  </a:cubicBezTo>
                  <a:cubicBezTo>
                    <a:pt x="22312" y="13305"/>
                    <a:pt x="254404" y="343"/>
                    <a:pt x="338574" y="343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5" name="组合 554"/>
          <p:cNvGrpSpPr/>
          <p:nvPr/>
        </p:nvGrpSpPr>
        <p:grpSpPr>
          <a:xfrm>
            <a:off x="1069966" y="4553386"/>
            <a:ext cx="1245074" cy="154831"/>
            <a:chOff x="847004" y="1761643"/>
            <a:chExt cx="1245074" cy="496238"/>
          </a:xfrm>
          <a:effectLst/>
        </p:grpSpPr>
        <p:sp>
          <p:nvSpPr>
            <p:cNvPr id="556" name="矩形: 圆角 555"/>
            <p:cNvSpPr/>
            <p:nvPr/>
          </p:nvSpPr>
          <p:spPr>
            <a:xfrm>
              <a:off x="847004" y="1761643"/>
              <a:ext cx="1245074" cy="496238"/>
            </a:xfrm>
            <a:prstGeom prst="roundRect">
              <a:avLst>
                <a:gd name="adj" fmla="val 10309"/>
              </a:avLst>
            </a:prstGeom>
            <a:solidFill>
              <a:srgbClr val="EFE9EE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实测与设计对比分析</a:t>
              </a:r>
            </a:p>
          </p:txBody>
        </p:sp>
        <p:sp>
          <p:nvSpPr>
            <p:cNvPr id="557" name="矩形: 一个圆顶角，剪去另一个顶角 22"/>
            <p:cNvSpPr/>
            <p:nvPr/>
          </p:nvSpPr>
          <p:spPr>
            <a:xfrm>
              <a:off x="848845" y="1766406"/>
              <a:ext cx="78280" cy="251813"/>
            </a:xfrm>
            <a:custGeom>
              <a:avLst/>
              <a:gdLst>
                <a:gd name="connsiteX0" fmla="*/ 152403 w 914400"/>
                <a:gd name="connsiteY0" fmla="*/ 0 h 914400"/>
                <a:gd name="connsiteX1" fmla="*/ 761997 w 914400"/>
                <a:gd name="connsiteY1" fmla="*/ 0 h 914400"/>
                <a:gd name="connsiteX2" fmla="*/ 914400 w 914400"/>
                <a:gd name="connsiteY2" fmla="*/ 152403 h 914400"/>
                <a:gd name="connsiteX3" fmla="*/ 914400 w 914400"/>
                <a:gd name="connsiteY3" fmla="*/ 914400 h 914400"/>
                <a:gd name="connsiteX4" fmla="*/ 0 w 914400"/>
                <a:gd name="connsiteY4" fmla="*/ 914400 h 914400"/>
                <a:gd name="connsiteX5" fmla="*/ 0 w 914400"/>
                <a:gd name="connsiteY5" fmla="*/ 152403 h 914400"/>
                <a:gd name="connsiteX6" fmla="*/ 152403 w 914400"/>
                <a:gd name="connsiteY6" fmla="*/ 0 h 914400"/>
                <a:gd name="connsiteX0-1" fmla="*/ 152403 w 914400"/>
                <a:gd name="connsiteY0-2" fmla="*/ 0 h 914400"/>
                <a:gd name="connsiteX1-3" fmla="*/ 761997 w 914400"/>
                <a:gd name="connsiteY1-4" fmla="*/ 0 h 914400"/>
                <a:gd name="connsiteX2-5" fmla="*/ 914400 w 914400"/>
                <a:gd name="connsiteY2-6" fmla="*/ 152403 h 914400"/>
                <a:gd name="connsiteX3-7" fmla="*/ 0 w 914400"/>
                <a:gd name="connsiteY3-8" fmla="*/ 914400 h 914400"/>
                <a:gd name="connsiteX4-9" fmla="*/ 0 w 914400"/>
                <a:gd name="connsiteY4-10" fmla="*/ 152403 h 914400"/>
                <a:gd name="connsiteX5-11" fmla="*/ 152403 w 914400"/>
                <a:gd name="connsiteY5-12" fmla="*/ 0 h 914400"/>
                <a:gd name="connsiteX0-13" fmla="*/ 152403 w 914400"/>
                <a:gd name="connsiteY0-14" fmla="*/ 0 h 914400"/>
                <a:gd name="connsiteX1-15" fmla="*/ 914400 w 914400"/>
                <a:gd name="connsiteY1-16" fmla="*/ 152403 h 914400"/>
                <a:gd name="connsiteX2-17" fmla="*/ 0 w 914400"/>
                <a:gd name="connsiteY2-18" fmla="*/ 914400 h 914400"/>
                <a:gd name="connsiteX3-19" fmla="*/ 0 w 914400"/>
                <a:gd name="connsiteY3-20" fmla="*/ 152403 h 914400"/>
                <a:gd name="connsiteX4-21" fmla="*/ 152403 w 914400"/>
                <a:gd name="connsiteY4-22" fmla="*/ 0 h 914400"/>
                <a:gd name="connsiteX0-23" fmla="*/ 152403 w 914400"/>
                <a:gd name="connsiteY0-24" fmla="*/ 0 h 687258"/>
                <a:gd name="connsiteX1-25" fmla="*/ 914400 w 914400"/>
                <a:gd name="connsiteY1-26" fmla="*/ 152403 h 687258"/>
                <a:gd name="connsiteX2-27" fmla="*/ 27641 w 914400"/>
                <a:gd name="connsiteY2-28" fmla="*/ 687258 h 687258"/>
                <a:gd name="connsiteX3-29" fmla="*/ 0 w 914400"/>
                <a:gd name="connsiteY3-30" fmla="*/ 152403 h 687258"/>
                <a:gd name="connsiteX4-31" fmla="*/ 152403 w 914400"/>
                <a:gd name="connsiteY4-32" fmla="*/ 0 h 687258"/>
                <a:gd name="connsiteX0-33" fmla="*/ 152403 w 914400"/>
                <a:gd name="connsiteY0-34" fmla="*/ 0 h 732686"/>
                <a:gd name="connsiteX1-35" fmla="*/ 914400 w 914400"/>
                <a:gd name="connsiteY1-36" fmla="*/ 152403 h 732686"/>
                <a:gd name="connsiteX2-37" fmla="*/ 27641 w 914400"/>
                <a:gd name="connsiteY2-38" fmla="*/ 732686 h 732686"/>
                <a:gd name="connsiteX3-39" fmla="*/ 0 w 914400"/>
                <a:gd name="connsiteY3-40" fmla="*/ 152403 h 732686"/>
                <a:gd name="connsiteX4-41" fmla="*/ 152403 w 914400"/>
                <a:gd name="connsiteY4-42" fmla="*/ 0 h 732686"/>
                <a:gd name="connsiteX0-43" fmla="*/ 152403 w 964886"/>
                <a:gd name="connsiteY0-44" fmla="*/ 0 h 732686"/>
                <a:gd name="connsiteX1-45" fmla="*/ 964886 w 964886"/>
                <a:gd name="connsiteY1-46" fmla="*/ 12413 h 732686"/>
                <a:gd name="connsiteX2-47" fmla="*/ 27641 w 964886"/>
                <a:gd name="connsiteY2-48" fmla="*/ 732686 h 732686"/>
                <a:gd name="connsiteX3-49" fmla="*/ 0 w 964886"/>
                <a:gd name="connsiteY3-50" fmla="*/ 152403 h 732686"/>
                <a:gd name="connsiteX4-51" fmla="*/ 152403 w 964886"/>
                <a:gd name="connsiteY4-52" fmla="*/ 0 h 732686"/>
                <a:gd name="connsiteX0-53" fmla="*/ 155049 w 967532"/>
                <a:gd name="connsiteY0-54" fmla="*/ 0 h 711687"/>
                <a:gd name="connsiteX1-55" fmla="*/ 967532 w 967532"/>
                <a:gd name="connsiteY1-56" fmla="*/ 12413 h 711687"/>
                <a:gd name="connsiteX2-57" fmla="*/ 0 w 967532"/>
                <a:gd name="connsiteY2-58" fmla="*/ 711687 h 711687"/>
                <a:gd name="connsiteX3-59" fmla="*/ 2646 w 967532"/>
                <a:gd name="connsiteY3-60" fmla="*/ 152403 h 711687"/>
                <a:gd name="connsiteX4-61" fmla="*/ 155049 w 967532"/>
                <a:gd name="connsiteY4-62" fmla="*/ 0 h 711687"/>
                <a:gd name="connsiteX0-63" fmla="*/ 155049 w 1046187"/>
                <a:gd name="connsiteY0-64" fmla="*/ 72625 h 784312"/>
                <a:gd name="connsiteX1-65" fmla="*/ 1046187 w 1046187"/>
                <a:gd name="connsiteY1-66" fmla="*/ 0 h 784312"/>
                <a:gd name="connsiteX2-67" fmla="*/ 0 w 1046187"/>
                <a:gd name="connsiteY2-68" fmla="*/ 784312 h 784312"/>
                <a:gd name="connsiteX3-69" fmla="*/ 2646 w 1046187"/>
                <a:gd name="connsiteY3-70" fmla="*/ 225028 h 784312"/>
                <a:gd name="connsiteX4-71" fmla="*/ 155049 w 1046187"/>
                <a:gd name="connsiteY4-72" fmla="*/ 72625 h 784312"/>
                <a:gd name="connsiteX0-73" fmla="*/ 417230 w 1046187"/>
                <a:gd name="connsiteY0-74" fmla="*/ 0 h 847745"/>
                <a:gd name="connsiteX1-75" fmla="*/ 1046187 w 1046187"/>
                <a:gd name="connsiteY1-76" fmla="*/ 63433 h 847745"/>
                <a:gd name="connsiteX2-77" fmla="*/ 0 w 1046187"/>
                <a:gd name="connsiteY2-78" fmla="*/ 847745 h 847745"/>
                <a:gd name="connsiteX3-79" fmla="*/ 2646 w 1046187"/>
                <a:gd name="connsiteY3-80" fmla="*/ 288461 h 847745"/>
                <a:gd name="connsiteX4-81" fmla="*/ 417230 w 1046187"/>
                <a:gd name="connsiteY4-82" fmla="*/ 0 h 847745"/>
                <a:gd name="connsiteX0-83" fmla="*/ 417230 w 1065849"/>
                <a:gd name="connsiteY0-84" fmla="*/ 0 h 847745"/>
                <a:gd name="connsiteX1-85" fmla="*/ 1065849 w 1065849"/>
                <a:gd name="connsiteY1-86" fmla="*/ 63433 h 847745"/>
                <a:gd name="connsiteX2-87" fmla="*/ 0 w 1065849"/>
                <a:gd name="connsiteY2-88" fmla="*/ 847745 h 847745"/>
                <a:gd name="connsiteX3-89" fmla="*/ 2646 w 1065849"/>
                <a:gd name="connsiteY3-90" fmla="*/ 288461 h 847745"/>
                <a:gd name="connsiteX4-91" fmla="*/ 417230 w 1065849"/>
                <a:gd name="connsiteY4-92" fmla="*/ 0 h 847745"/>
                <a:gd name="connsiteX0-93" fmla="*/ 299243 w 1065849"/>
                <a:gd name="connsiteY0-94" fmla="*/ 343 h 784312"/>
                <a:gd name="connsiteX1-95" fmla="*/ 1065849 w 1065849"/>
                <a:gd name="connsiteY1-96" fmla="*/ 0 h 784312"/>
                <a:gd name="connsiteX2-97" fmla="*/ 0 w 1065849"/>
                <a:gd name="connsiteY2-98" fmla="*/ 784312 h 784312"/>
                <a:gd name="connsiteX3-99" fmla="*/ 2646 w 1065849"/>
                <a:gd name="connsiteY3-100" fmla="*/ 225028 h 784312"/>
                <a:gd name="connsiteX4-101" fmla="*/ 299243 w 1065849"/>
                <a:gd name="connsiteY4-102" fmla="*/ 343 h 784312"/>
                <a:gd name="connsiteX0-103" fmla="*/ 316262 w 1082868"/>
                <a:gd name="connsiteY0-104" fmla="*/ 343 h 784312"/>
                <a:gd name="connsiteX1-105" fmla="*/ 1082868 w 1082868"/>
                <a:gd name="connsiteY1-106" fmla="*/ 0 h 784312"/>
                <a:gd name="connsiteX2-107" fmla="*/ 17019 w 1082868"/>
                <a:gd name="connsiteY2-108" fmla="*/ 784312 h 784312"/>
                <a:gd name="connsiteX3-109" fmla="*/ 0 w 1082868"/>
                <a:gd name="connsiteY3-110" fmla="*/ 97475 h 784312"/>
                <a:gd name="connsiteX4-111" fmla="*/ 316262 w 1082868"/>
                <a:gd name="connsiteY4-112" fmla="*/ 343 h 784312"/>
                <a:gd name="connsiteX0-113" fmla="*/ 358236 w 1124842"/>
                <a:gd name="connsiteY0-114" fmla="*/ 343 h 784312"/>
                <a:gd name="connsiteX1-115" fmla="*/ 1124842 w 1124842"/>
                <a:gd name="connsiteY1-116" fmla="*/ 0 h 784312"/>
                <a:gd name="connsiteX2-117" fmla="*/ 0 w 1124842"/>
                <a:gd name="connsiteY2-118" fmla="*/ 784312 h 784312"/>
                <a:gd name="connsiteX3-119" fmla="*/ 41974 w 1124842"/>
                <a:gd name="connsiteY3-120" fmla="*/ 97475 h 784312"/>
                <a:gd name="connsiteX4-121" fmla="*/ 358236 w 1124842"/>
                <a:gd name="connsiteY4-122" fmla="*/ 343 h 784312"/>
                <a:gd name="connsiteX0-123" fmla="*/ 316262 w 1082868"/>
                <a:gd name="connsiteY0-124" fmla="*/ 343 h 807065"/>
                <a:gd name="connsiteX1-125" fmla="*/ 1082868 w 1082868"/>
                <a:gd name="connsiteY1-126" fmla="*/ 0 h 807065"/>
                <a:gd name="connsiteX2-127" fmla="*/ 17019 w 1082868"/>
                <a:gd name="connsiteY2-128" fmla="*/ 807065 h 807065"/>
                <a:gd name="connsiteX3-129" fmla="*/ 0 w 1082868"/>
                <a:gd name="connsiteY3-130" fmla="*/ 97475 h 807065"/>
                <a:gd name="connsiteX4-131" fmla="*/ 316262 w 1082868"/>
                <a:gd name="connsiteY4-132" fmla="*/ 343 h 807065"/>
                <a:gd name="connsiteX0-133" fmla="*/ 358236 w 1124842"/>
                <a:gd name="connsiteY0-134" fmla="*/ 343 h 818439"/>
                <a:gd name="connsiteX1-135" fmla="*/ 1124842 w 1124842"/>
                <a:gd name="connsiteY1-136" fmla="*/ 0 h 818439"/>
                <a:gd name="connsiteX2-137" fmla="*/ 0 w 1124842"/>
                <a:gd name="connsiteY2-138" fmla="*/ 818439 h 818439"/>
                <a:gd name="connsiteX3-139" fmla="*/ 41974 w 1124842"/>
                <a:gd name="connsiteY3-140" fmla="*/ 97475 h 818439"/>
                <a:gd name="connsiteX4-141" fmla="*/ 358236 w 1124842"/>
                <a:gd name="connsiteY4-142" fmla="*/ 343 h 818439"/>
                <a:gd name="connsiteX0-143" fmla="*/ 338574 w 1105180"/>
                <a:gd name="connsiteY0-144" fmla="*/ 343 h 818439"/>
                <a:gd name="connsiteX1-145" fmla="*/ 1105180 w 1105180"/>
                <a:gd name="connsiteY1-146" fmla="*/ 0 h 818439"/>
                <a:gd name="connsiteX2-147" fmla="*/ 0 w 1105180"/>
                <a:gd name="connsiteY2-148" fmla="*/ 818439 h 818439"/>
                <a:gd name="connsiteX3-149" fmla="*/ 22312 w 1105180"/>
                <a:gd name="connsiteY3-150" fmla="*/ 97475 h 818439"/>
                <a:gd name="connsiteX4-151" fmla="*/ 338574 w 1105180"/>
                <a:gd name="connsiteY4-152" fmla="*/ 343 h 818439"/>
                <a:gd name="connsiteX0-153" fmla="*/ 338574 w 1105180"/>
                <a:gd name="connsiteY0-154" fmla="*/ 343 h 807065"/>
                <a:gd name="connsiteX1-155" fmla="*/ 1105180 w 1105180"/>
                <a:gd name="connsiteY1-156" fmla="*/ 0 h 807065"/>
                <a:gd name="connsiteX2-157" fmla="*/ 0 w 1105180"/>
                <a:gd name="connsiteY2-158" fmla="*/ 807065 h 807065"/>
                <a:gd name="connsiteX3-159" fmla="*/ 22312 w 1105180"/>
                <a:gd name="connsiteY3-160" fmla="*/ 97475 h 807065"/>
                <a:gd name="connsiteX4-161" fmla="*/ 338574 w 1105180"/>
                <a:gd name="connsiteY4-162" fmla="*/ 343 h 807065"/>
                <a:gd name="connsiteX0-163" fmla="*/ 338574 w 1105180"/>
                <a:gd name="connsiteY0-164" fmla="*/ 343 h 807065"/>
                <a:gd name="connsiteX1-165" fmla="*/ 1105180 w 1105180"/>
                <a:gd name="connsiteY1-166" fmla="*/ 0 h 807065"/>
                <a:gd name="connsiteX2-167" fmla="*/ 0 w 1105180"/>
                <a:gd name="connsiteY2-168" fmla="*/ 807065 h 807065"/>
                <a:gd name="connsiteX3-169" fmla="*/ 22312 w 1105180"/>
                <a:gd name="connsiteY3-170" fmla="*/ 97475 h 807065"/>
                <a:gd name="connsiteX4-171" fmla="*/ 338574 w 1105180"/>
                <a:gd name="connsiteY4-172" fmla="*/ 343 h 80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105180" h="807065">
                  <a:moveTo>
                    <a:pt x="338574" y="343"/>
                  </a:moveTo>
                  <a:lnTo>
                    <a:pt x="1105180" y="0"/>
                  </a:lnTo>
                  <a:lnTo>
                    <a:pt x="0" y="807065"/>
                  </a:lnTo>
                  <a:cubicBezTo>
                    <a:pt x="7440" y="570533"/>
                    <a:pt x="14875" y="334005"/>
                    <a:pt x="22312" y="97475"/>
                  </a:cubicBezTo>
                  <a:cubicBezTo>
                    <a:pt x="22312" y="13305"/>
                    <a:pt x="254404" y="343"/>
                    <a:pt x="338574" y="343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58" name="文本框 557"/>
          <p:cNvSpPr txBox="1"/>
          <p:nvPr/>
        </p:nvSpPr>
        <p:spPr>
          <a:xfrm>
            <a:off x="539462" y="3552925"/>
            <a:ext cx="417481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输出</a:t>
            </a: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569" name="组合 568"/>
          <p:cNvGrpSpPr/>
          <p:nvPr/>
        </p:nvGrpSpPr>
        <p:grpSpPr>
          <a:xfrm>
            <a:off x="2699649" y="4020320"/>
            <a:ext cx="1402450" cy="230832"/>
            <a:chOff x="2864749" y="3720965"/>
            <a:chExt cx="1402450" cy="230832"/>
          </a:xfrm>
          <a:effectLst/>
        </p:grpSpPr>
        <p:sp>
          <p:nvSpPr>
            <p:cNvPr id="518" name="文本框 517"/>
            <p:cNvSpPr txBox="1"/>
            <p:nvPr/>
          </p:nvSpPr>
          <p:spPr>
            <a:xfrm>
              <a:off x="2868420" y="3720965"/>
              <a:ext cx="139877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Simulink</a:t>
              </a:r>
              <a:r>
                <a:rPr lang="zh-CN" altLang="en-US" sz="9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仿真测试</a:t>
              </a:r>
              <a:endParaRPr lang="zh-CN" altLang="en-US" sz="9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63" name="直接连接符 562"/>
            <p:cNvCxnSpPr/>
            <p:nvPr/>
          </p:nvCxnSpPr>
          <p:spPr>
            <a:xfrm>
              <a:off x="2864749" y="3944068"/>
              <a:ext cx="1303529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0" name="组合 569"/>
          <p:cNvGrpSpPr/>
          <p:nvPr/>
        </p:nvGrpSpPr>
        <p:grpSpPr>
          <a:xfrm>
            <a:off x="2699649" y="4316791"/>
            <a:ext cx="1933280" cy="230832"/>
            <a:chOff x="2864749" y="3720965"/>
            <a:chExt cx="1402450" cy="230832"/>
          </a:xfrm>
          <a:effectLst/>
        </p:grpSpPr>
        <p:sp>
          <p:nvSpPr>
            <p:cNvPr id="571" name="文本框 570"/>
            <p:cNvSpPr txBox="1"/>
            <p:nvPr/>
          </p:nvSpPr>
          <p:spPr>
            <a:xfrm>
              <a:off x="2868420" y="3720965"/>
              <a:ext cx="139877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UART</a:t>
              </a:r>
              <a:r>
                <a:rPr lang="zh-CN" altLang="en-US" sz="9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通信接口验证</a:t>
              </a:r>
            </a:p>
          </p:txBody>
        </p:sp>
        <p:cxnSp>
          <p:nvCxnSpPr>
            <p:cNvPr id="572" name="直接连接符 571"/>
            <p:cNvCxnSpPr/>
            <p:nvPr/>
          </p:nvCxnSpPr>
          <p:spPr>
            <a:xfrm>
              <a:off x="2864749" y="3944068"/>
              <a:ext cx="131391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75" name="文本框 574"/>
          <p:cNvSpPr txBox="1"/>
          <p:nvPr/>
        </p:nvSpPr>
        <p:spPr>
          <a:xfrm>
            <a:off x="4120521" y="4061883"/>
            <a:ext cx="417481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验证</a:t>
            </a: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9" name="矩形: 圆角 128"/>
          <p:cNvSpPr/>
          <p:nvPr/>
        </p:nvSpPr>
        <p:spPr>
          <a:xfrm>
            <a:off x="4536932" y="3136610"/>
            <a:ext cx="1431093" cy="21331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rgbClr val="A094B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三重</a:t>
            </a:r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ADC</a:t>
            </a:r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交替采样</a:t>
            </a:r>
          </a:p>
        </p:txBody>
      </p:sp>
      <p:sp>
        <p:nvSpPr>
          <p:cNvPr id="130" name="矩形: 圆角 129"/>
          <p:cNvSpPr/>
          <p:nvPr/>
        </p:nvSpPr>
        <p:spPr>
          <a:xfrm>
            <a:off x="4536932" y="3741847"/>
            <a:ext cx="1871488" cy="21331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rgbClr val="A094B0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电压环 电流环 双环闭环反馈</a:t>
            </a:r>
          </a:p>
        </p:txBody>
      </p:sp>
      <p:grpSp>
        <p:nvGrpSpPr>
          <p:cNvPr id="133" name="组合 132"/>
          <p:cNvGrpSpPr/>
          <p:nvPr/>
        </p:nvGrpSpPr>
        <p:grpSpPr>
          <a:xfrm>
            <a:off x="4536930" y="2846042"/>
            <a:ext cx="1391429" cy="213315"/>
            <a:chOff x="4702032" y="2846042"/>
            <a:chExt cx="662541" cy="213315"/>
          </a:xfrm>
          <a:effectLst/>
        </p:grpSpPr>
        <p:sp>
          <p:nvSpPr>
            <p:cNvPr id="131" name="矩形: 圆顶角 130"/>
            <p:cNvSpPr/>
            <p:nvPr/>
          </p:nvSpPr>
          <p:spPr>
            <a:xfrm rot="16200000">
              <a:off x="4761010" y="2787064"/>
              <a:ext cx="213315" cy="33127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AD9833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矩形: 圆顶角 131"/>
            <p:cNvSpPr/>
            <p:nvPr/>
          </p:nvSpPr>
          <p:spPr>
            <a:xfrm rot="5400000" flipH="1">
              <a:off x="5092280" y="2787064"/>
              <a:ext cx="213315" cy="33127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A094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MCP41010</a:t>
              </a:r>
              <a:endPara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4" name="矩形: 圆角 133"/>
          <p:cNvSpPr/>
          <p:nvPr/>
        </p:nvSpPr>
        <p:spPr>
          <a:xfrm>
            <a:off x="4536932" y="4322196"/>
            <a:ext cx="1211088" cy="21331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传输信号数据和控制指令</a:t>
            </a:r>
          </a:p>
        </p:txBody>
      </p:sp>
      <p:sp>
        <p:nvSpPr>
          <p:cNvPr id="135" name="矩形: 圆角 134"/>
          <p:cNvSpPr/>
          <p:nvPr/>
        </p:nvSpPr>
        <p:spPr>
          <a:xfrm>
            <a:off x="4536932" y="4025091"/>
            <a:ext cx="517150" cy="21331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输出电压</a:t>
            </a:r>
          </a:p>
        </p:txBody>
      </p:sp>
      <p:sp>
        <p:nvSpPr>
          <p:cNvPr id="136" name="矩形: 圆角 135"/>
          <p:cNvSpPr/>
          <p:nvPr/>
        </p:nvSpPr>
        <p:spPr>
          <a:xfrm>
            <a:off x="5107926" y="4025091"/>
            <a:ext cx="526580" cy="21331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输出电流</a:t>
            </a:r>
          </a:p>
        </p:txBody>
      </p:sp>
      <p:grpSp>
        <p:nvGrpSpPr>
          <p:cNvPr id="137" name="组合 136"/>
          <p:cNvGrpSpPr/>
          <p:nvPr/>
        </p:nvGrpSpPr>
        <p:grpSpPr>
          <a:xfrm>
            <a:off x="4536933" y="3419724"/>
            <a:ext cx="1886727" cy="220375"/>
            <a:chOff x="4702033" y="2846041"/>
            <a:chExt cx="1501869" cy="220375"/>
          </a:xfrm>
          <a:effectLst/>
        </p:grpSpPr>
        <p:sp>
          <p:nvSpPr>
            <p:cNvPr id="138" name="矩形: 圆顶角 137"/>
            <p:cNvSpPr/>
            <p:nvPr/>
          </p:nvSpPr>
          <p:spPr>
            <a:xfrm rot="16200000">
              <a:off x="4970842" y="2577232"/>
              <a:ext cx="213315" cy="75093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仪表放大器偏置</a:t>
              </a:r>
            </a:p>
          </p:txBody>
        </p:sp>
        <p:sp>
          <p:nvSpPr>
            <p:cNvPr id="139" name="矩形: 圆顶角 138"/>
            <p:cNvSpPr/>
            <p:nvPr/>
          </p:nvSpPr>
          <p:spPr>
            <a:xfrm rot="5400000" flipH="1">
              <a:off x="5721777" y="2584291"/>
              <a:ext cx="213315" cy="75093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A094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电压</a:t>
              </a:r>
              <a:r>
                <a:rPr lang="en-US" altLang="zh-CN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电流</a:t>
              </a:r>
              <a:r>
                <a:rPr lang="en-US" altLang="zh-CN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电阻</a:t>
              </a:r>
            </a:p>
          </p:txBody>
        </p:sp>
      </p:grpSp>
      <p:grpSp>
        <p:nvGrpSpPr>
          <p:cNvPr id="140" name="组合 139"/>
          <p:cNvGrpSpPr/>
          <p:nvPr/>
        </p:nvGrpSpPr>
        <p:grpSpPr>
          <a:xfrm>
            <a:off x="592553" y="2921481"/>
            <a:ext cx="1722488" cy="213315"/>
            <a:chOff x="4702033" y="2846041"/>
            <a:chExt cx="1543321" cy="213315"/>
          </a:xfrm>
          <a:effectLst/>
        </p:grpSpPr>
        <p:sp>
          <p:nvSpPr>
            <p:cNvPr id="142" name="矩形 141"/>
            <p:cNvSpPr/>
            <p:nvPr/>
          </p:nvSpPr>
          <p:spPr>
            <a:xfrm rot="5400000" flipH="1">
              <a:off x="5738231" y="2552234"/>
              <a:ext cx="213315" cy="800930"/>
            </a:xfrm>
            <a:prstGeom prst="rect">
              <a:avLst/>
            </a:prstGeom>
            <a:solidFill>
              <a:srgbClr val="F0EBE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zh-CN" altLang="en-US" sz="9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理论与技术分析</a:t>
              </a:r>
            </a:p>
          </p:txBody>
        </p:sp>
        <p:sp>
          <p:nvSpPr>
            <p:cNvPr id="141" name="矩形: 圆顶角 140"/>
            <p:cNvSpPr/>
            <p:nvPr/>
          </p:nvSpPr>
          <p:spPr>
            <a:xfrm rot="16200000">
              <a:off x="4978520" y="2569554"/>
              <a:ext cx="213315" cy="76629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CDC5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zh-CN" altLang="en-US" sz="9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方案设计阶段</a:t>
              </a: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592553" y="3888925"/>
            <a:ext cx="1722487" cy="213316"/>
            <a:chOff x="4702033" y="2846040"/>
            <a:chExt cx="1543320" cy="213316"/>
          </a:xfrm>
          <a:effectLst/>
        </p:grpSpPr>
        <p:sp>
          <p:nvSpPr>
            <p:cNvPr id="146" name="矩形 145"/>
            <p:cNvSpPr/>
            <p:nvPr/>
          </p:nvSpPr>
          <p:spPr>
            <a:xfrm rot="5400000" flipH="1">
              <a:off x="5741644" y="2555647"/>
              <a:ext cx="213315" cy="794102"/>
            </a:xfrm>
            <a:prstGeom prst="rect">
              <a:avLst/>
            </a:prstGeom>
            <a:solidFill>
              <a:srgbClr val="F0EBE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zh-CN" altLang="en-US" sz="9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硬件功能验证</a:t>
              </a:r>
            </a:p>
          </p:txBody>
        </p:sp>
        <p:sp>
          <p:nvSpPr>
            <p:cNvPr id="145" name="矩形: 圆顶角 144"/>
            <p:cNvSpPr/>
            <p:nvPr/>
          </p:nvSpPr>
          <p:spPr>
            <a:xfrm rot="16200000">
              <a:off x="4978520" y="2569554"/>
              <a:ext cx="213315" cy="76629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CDC5D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zh-CN" altLang="en-US" sz="9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实物实现阶段</a:t>
              </a:r>
            </a:p>
          </p:txBody>
        </p:sp>
      </p:grpSp>
      <p:sp>
        <p:nvSpPr>
          <p:cNvPr id="147" name="图形 32"/>
          <p:cNvSpPr/>
          <p:nvPr/>
        </p:nvSpPr>
        <p:spPr>
          <a:xfrm rot="13393763" flipH="1">
            <a:off x="791823" y="4437476"/>
            <a:ext cx="227422" cy="181333"/>
          </a:xfrm>
          <a:custGeom>
            <a:avLst/>
            <a:gdLst>
              <a:gd name="connsiteX0" fmla="*/ 503717 w 712577"/>
              <a:gd name="connsiteY0" fmla="*/ 121897 h 568167"/>
              <a:gd name="connsiteX1" fmla="*/ 503717 w 712577"/>
              <a:gd name="connsiteY1" fmla="*/ -545 h 568167"/>
              <a:gd name="connsiteX2" fmla="*/ 712413 w 712577"/>
              <a:gd name="connsiteY2" fmla="*/ 197019 h 568167"/>
              <a:gd name="connsiteX3" fmla="*/ 503717 w 712577"/>
              <a:gd name="connsiteY3" fmla="*/ 395087 h 568167"/>
              <a:gd name="connsiteX4" fmla="*/ 503717 w 712577"/>
              <a:gd name="connsiteY4" fmla="*/ 271024 h 568167"/>
              <a:gd name="connsiteX5" fmla="*/ 11246 w 712577"/>
              <a:gd name="connsiteY5" fmla="*/ 567623 h 568167"/>
              <a:gd name="connsiteX6" fmla="*/ -164 w 712577"/>
              <a:gd name="connsiteY6" fmla="*/ 493077 h 568167"/>
              <a:gd name="connsiteX7" fmla="*/ 503679 w 712577"/>
              <a:gd name="connsiteY7" fmla="*/ 121897 h 56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2577" h="568167">
                <a:moveTo>
                  <a:pt x="503717" y="121897"/>
                </a:moveTo>
                <a:lnTo>
                  <a:pt x="503717" y="-545"/>
                </a:lnTo>
                <a:lnTo>
                  <a:pt x="712413" y="197019"/>
                </a:lnTo>
                <a:lnTo>
                  <a:pt x="503717" y="395087"/>
                </a:lnTo>
                <a:lnTo>
                  <a:pt x="503717" y="271024"/>
                </a:lnTo>
                <a:cubicBezTo>
                  <a:pt x="258166" y="288346"/>
                  <a:pt x="59474" y="409996"/>
                  <a:pt x="11246" y="567623"/>
                </a:cubicBezTo>
                <a:cubicBezTo>
                  <a:pt x="3826" y="543393"/>
                  <a:pt x="-16" y="518304"/>
                  <a:pt x="-164" y="493077"/>
                </a:cubicBezTo>
                <a:cubicBezTo>
                  <a:pt x="-164" y="300771"/>
                  <a:pt x="220436" y="142172"/>
                  <a:pt x="503679" y="121897"/>
                </a:cubicBezTo>
                <a:close/>
              </a:path>
            </a:pathLst>
          </a:custGeom>
          <a:solidFill>
            <a:srgbClr val="7030A0"/>
          </a:solidFill>
          <a:ln w="605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539462" y="4482351"/>
            <a:ext cx="417481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输出</a:t>
            </a: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50" name="连接符: 肘形 149"/>
          <p:cNvCxnSpPr>
            <a:stCxn id="553" idx="3"/>
            <a:endCxn id="478" idx="1"/>
          </p:cNvCxnSpPr>
          <p:nvPr/>
        </p:nvCxnSpPr>
        <p:spPr>
          <a:xfrm flipV="1">
            <a:off x="2315040" y="3239487"/>
            <a:ext cx="388281" cy="1088326"/>
          </a:xfrm>
          <a:prstGeom prst="bentConnector3">
            <a:avLst>
              <a:gd name="adj1" fmla="val 50000"/>
            </a:avLst>
          </a:prstGeom>
          <a:ln w="12700">
            <a:solidFill>
              <a:srgbClr val="5B4374"/>
            </a:solidFill>
            <a:headEnd type="oval" w="sm" len="sm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 flipV="1">
            <a:off x="2634434" y="4655266"/>
            <a:ext cx="398628" cy="291525"/>
          </a:xfrm>
          <a:prstGeom prst="line">
            <a:avLst/>
          </a:prstGeom>
          <a:ln w="12700">
            <a:solidFill>
              <a:srgbClr val="5B4374"/>
            </a:solidFill>
            <a:headEnd type="oval" w="sm" len="sm"/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/>
          <p:cNvCxnSpPr/>
          <p:nvPr/>
        </p:nvCxnSpPr>
        <p:spPr>
          <a:xfrm>
            <a:off x="2818812" y="4809076"/>
            <a:ext cx="771516" cy="0"/>
          </a:xfrm>
          <a:prstGeom prst="straightConnector1">
            <a:avLst/>
          </a:prstGeom>
          <a:ln w="12700">
            <a:solidFill>
              <a:srgbClr val="5B4374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矩形: 圆角 169"/>
          <p:cNvSpPr/>
          <p:nvPr/>
        </p:nvSpPr>
        <p:spPr>
          <a:xfrm>
            <a:off x="520802" y="5085147"/>
            <a:ext cx="5986772" cy="2388682"/>
          </a:xfrm>
          <a:prstGeom prst="roundRect">
            <a:avLst>
              <a:gd name="adj" fmla="val 2372"/>
            </a:avLst>
          </a:prstGeom>
          <a:noFill/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1" name="组合 170"/>
          <p:cNvGrpSpPr/>
          <p:nvPr/>
        </p:nvGrpSpPr>
        <p:grpSpPr>
          <a:xfrm>
            <a:off x="1038050" y="5144230"/>
            <a:ext cx="1336941" cy="1218470"/>
            <a:chOff x="724876" y="991302"/>
            <a:chExt cx="1491812" cy="1065950"/>
          </a:xfrm>
          <a:effectLst/>
        </p:grpSpPr>
        <p:sp>
          <p:nvSpPr>
            <p:cNvPr id="175" name="矩形: 圆顶角 174"/>
            <p:cNvSpPr/>
            <p:nvPr/>
          </p:nvSpPr>
          <p:spPr>
            <a:xfrm>
              <a:off x="724876" y="991302"/>
              <a:ext cx="1491812" cy="263451"/>
            </a:xfrm>
            <a:prstGeom prst="round2SameRect">
              <a:avLst>
                <a:gd name="adj1" fmla="val 9287"/>
                <a:gd name="adj2" fmla="val 0"/>
              </a:avLst>
            </a:prstGeom>
            <a:solidFill>
              <a:srgbClr val="FBECDB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双核通信协议设计</a:t>
              </a:r>
            </a:p>
          </p:txBody>
        </p:sp>
        <p:sp>
          <p:nvSpPr>
            <p:cNvPr id="177" name="矩形: 圆角 176"/>
            <p:cNvSpPr/>
            <p:nvPr/>
          </p:nvSpPr>
          <p:spPr>
            <a:xfrm>
              <a:off x="724876" y="991303"/>
              <a:ext cx="1491811" cy="1065949"/>
            </a:xfrm>
            <a:prstGeom prst="roundRect">
              <a:avLst>
                <a:gd name="adj" fmla="val 2372"/>
              </a:avLst>
            </a:prstGeom>
            <a:noFill/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t" anchorCtr="0"/>
            <a:lstStyle/>
            <a:p>
              <a:endPara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endPara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STM32</a:t>
              </a:r>
              <a:r>
                <a:rPr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ESP32</a:t>
              </a:r>
              <a:r>
                <a:rPr lang="zh-CN" altLang="en-US" sz="8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串口通信</a:t>
              </a:r>
              <a:endPara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帧结构定义 </a:t>
              </a:r>
              <a:r>
                <a:rPr lang="en-US" altLang="zh-CN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| CRC</a:t>
              </a:r>
              <a:r>
                <a:rPr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校验</a:t>
              </a:r>
              <a:endPara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数据类型标识</a:t>
              </a:r>
              <a:endPara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协议可靠性验证</a:t>
              </a:r>
            </a:p>
          </p:txBody>
        </p:sp>
      </p:grpSp>
      <p:sp>
        <p:nvSpPr>
          <p:cNvPr id="178" name="矩形: 圆角 177"/>
          <p:cNvSpPr/>
          <p:nvPr/>
        </p:nvSpPr>
        <p:spPr>
          <a:xfrm rot="16200000">
            <a:off x="-982497" y="6087872"/>
            <a:ext cx="2388682" cy="383230"/>
          </a:xfrm>
          <a:prstGeom prst="roundRect">
            <a:avLst>
              <a:gd name="adj" fmla="val 10309"/>
            </a:avLst>
          </a:prstGeom>
          <a:solidFill>
            <a:srgbClr val="FBD6BC"/>
          </a:soli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第三阶段</a:t>
            </a:r>
            <a:endParaRPr lang="en-US" altLang="zh-CN" sz="105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系统集成与功能联调</a:t>
            </a:r>
          </a:p>
        </p:txBody>
      </p:sp>
      <p:grpSp>
        <p:nvGrpSpPr>
          <p:cNvPr id="180" name="组合 179"/>
          <p:cNvGrpSpPr/>
          <p:nvPr/>
        </p:nvGrpSpPr>
        <p:grpSpPr>
          <a:xfrm>
            <a:off x="5033937" y="5135058"/>
            <a:ext cx="1435301" cy="2233481"/>
            <a:chOff x="724876" y="991302"/>
            <a:chExt cx="1491812" cy="2233481"/>
          </a:xfrm>
          <a:effectLst/>
        </p:grpSpPr>
        <p:sp>
          <p:nvSpPr>
            <p:cNvPr id="181" name="矩形: 圆顶角 180"/>
            <p:cNvSpPr/>
            <p:nvPr/>
          </p:nvSpPr>
          <p:spPr>
            <a:xfrm>
              <a:off x="724876" y="991302"/>
              <a:ext cx="1491812" cy="263451"/>
            </a:xfrm>
            <a:prstGeom prst="round2SameRect">
              <a:avLst>
                <a:gd name="adj1" fmla="val 13051"/>
                <a:gd name="adj2" fmla="val 0"/>
              </a:avLst>
            </a:prstGeom>
            <a:solidFill>
              <a:srgbClr val="FBECDB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OneNet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云端</a:t>
              </a:r>
            </a:p>
          </p:txBody>
        </p:sp>
        <p:sp>
          <p:nvSpPr>
            <p:cNvPr id="182" name="矩形: 圆角 181"/>
            <p:cNvSpPr/>
            <p:nvPr/>
          </p:nvSpPr>
          <p:spPr>
            <a:xfrm>
              <a:off x="724876" y="991302"/>
              <a:ext cx="1491811" cy="2233481"/>
            </a:xfrm>
            <a:prstGeom prst="roundRect">
              <a:avLst>
                <a:gd name="adj" fmla="val 2372"/>
              </a:avLst>
            </a:prstGeom>
            <a:noFill/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88" name="文本框 187"/>
          <p:cNvSpPr txBox="1"/>
          <p:nvPr/>
        </p:nvSpPr>
        <p:spPr>
          <a:xfrm>
            <a:off x="1976860" y="6131868"/>
            <a:ext cx="386448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900" b="1" i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</a:t>
            </a:r>
            <a:endParaRPr lang="zh-CN" altLang="en-US" sz="900" b="1" i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4" name="文本框 223"/>
          <p:cNvSpPr txBox="1"/>
          <p:nvPr/>
        </p:nvSpPr>
        <p:spPr>
          <a:xfrm>
            <a:off x="486380" y="5566741"/>
            <a:ext cx="417481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协议集成</a:t>
            </a: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53" name="文本框 252"/>
          <p:cNvSpPr txBox="1"/>
          <p:nvPr/>
        </p:nvSpPr>
        <p:spPr>
          <a:xfrm>
            <a:off x="486380" y="6036159"/>
            <a:ext cx="417481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验证方式</a:t>
            </a: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486380" y="6504474"/>
            <a:ext cx="417481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数据分类</a:t>
            </a: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258" name="组合 257"/>
          <p:cNvGrpSpPr/>
          <p:nvPr/>
        </p:nvGrpSpPr>
        <p:grpSpPr>
          <a:xfrm>
            <a:off x="1037169" y="6580238"/>
            <a:ext cx="1051998" cy="788301"/>
            <a:chOff x="847004" y="1761641"/>
            <a:chExt cx="1100081" cy="788301"/>
          </a:xfrm>
          <a:effectLst/>
        </p:grpSpPr>
        <p:sp>
          <p:nvSpPr>
            <p:cNvPr id="259" name="矩形: 圆角 258"/>
            <p:cNvSpPr/>
            <p:nvPr/>
          </p:nvSpPr>
          <p:spPr>
            <a:xfrm>
              <a:off x="847004" y="1761641"/>
              <a:ext cx="1100081" cy="788301"/>
            </a:xfrm>
            <a:prstGeom prst="roundRect">
              <a:avLst>
                <a:gd name="adj" fmla="val 10309"/>
              </a:avLst>
            </a:prstGeom>
            <a:solidFill>
              <a:srgbClr val="FBECDD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  <a:spcBef>
                  <a:spcPts val="600"/>
                </a:spcBef>
              </a:pPr>
              <a:r>
                <a:rPr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所有的数据类型</a:t>
              </a:r>
              <a:endPara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波形数据</a:t>
              </a:r>
              <a:endParaRPr lang="en-US" altLang="zh-CN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50000"/>
                </a:lnSpc>
              </a:pPr>
              <a:r>
                <a:rPr lang="zh-CN" altLang="en-US" sz="9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参数指令</a:t>
              </a:r>
              <a:endParaRPr lang="zh-CN" altLang="en-US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0" name="矩形: 一个圆顶角，剪去另一个顶角 22"/>
            <p:cNvSpPr/>
            <p:nvPr/>
          </p:nvSpPr>
          <p:spPr>
            <a:xfrm>
              <a:off x="847004" y="1766178"/>
              <a:ext cx="152345" cy="189179"/>
            </a:xfrm>
            <a:custGeom>
              <a:avLst/>
              <a:gdLst>
                <a:gd name="connsiteX0" fmla="*/ 152403 w 914400"/>
                <a:gd name="connsiteY0" fmla="*/ 0 h 914400"/>
                <a:gd name="connsiteX1" fmla="*/ 761997 w 914400"/>
                <a:gd name="connsiteY1" fmla="*/ 0 h 914400"/>
                <a:gd name="connsiteX2" fmla="*/ 914400 w 914400"/>
                <a:gd name="connsiteY2" fmla="*/ 152403 h 914400"/>
                <a:gd name="connsiteX3" fmla="*/ 914400 w 914400"/>
                <a:gd name="connsiteY3" fmla="*/ 914400 h 914400"/>
                <a:gd name="connsiteX4" fmla="*/ 0 w 914400"/>
                <a:gd name="connsiteY4" fmla="*/ 914400 h 914400"/>
                <a:gd name="connsiteX5" fmla="*/ 0 w 914400"/>
                <a:gd name="connsiteY5" fmla="*/ 152403 h 914400"/>
                <a:gd name="connsiteX6" fmla="*/ 152403 w 914400"/>
                <a:gd name="connsiteY6" fmla="*/ 0 h 914400"/>
                <a:gd name="connsiteX0-1" fmla="*/ 152403 w 914400"/>
                <a:gd name="connsiteY0-2" fmla="*/ 0 h 914400"/>
                <a:gd name="connsiteX1-3" fmla="*/ 761997 w 914400"/>
                <a:gd name="connsiteY1-4" fmla="*/ 0 h 914400"/>
                <a:gd name="connsiteX2-5" fmla="*/ 914400 w 914400"/>
                <a:gd name="connsiteY2-6" fmla="*/ 152403 h 914400"/>
                <a:gd name="connsiteX3-7" fmla="*/ 0 w 914400"/>
                <a:gd name="connsiteY3-8" fmla="*/ 914400 h 914400"/>
                <a:gd name="connsiteX4-9" fmla="*/ 0 w 914400"/>
                <a:gd name="connsiteY4-10" fmla="*/ 152403 h 914400"/>
                <a:gd name="connsiteX5-11" fmla="*/ 152403 w 914400"/>
                <a:gd name="connsiteY5-12" fmla="*/ 0 h 914400"/>
                <a:gd name="connsiteX0-13" fmla="*/ 152403 w 914400"/>
                <a:gd name="connsiteY0-14" fmla="*/ 0 h 914400"/>
                <a:gd name="connsiteX1-15" fmla="*/ 914400 w 914400"/>
                <a:gd name="connsiteY1-16" fmla="*/ 152403 h 914400"/>
                <a:gd name="connsiteX2-17" fmla="*/ 0 w 914400"/>
                <a:gd name="connsiteY2-18" fmla="*/ 914400 h 914400"/>
                <a:gd name="connsiteX3-19" fmla="*/ 0 w 914400"/>
                <a:gd name="connsiteY3-20" fmla="*/ 152403 h 914400"/>
                <a:gd name="connsiteX4-21" fmla="*/ 152403 w 914400"/>
                <a:gd name="connsiteY4-22" fmla="*/ 0 h 914400"/>
                <a:gd name="connsiteX0-23" fmla="*/ 152403 w 914400"/>
                <a:gd name="connsiteY0-24" fmla="*/ 0 h 687258"/>
                <a:gd name="connsiteX1-25" fmla="*/ 914400 w 914400"/>
                <a:gd name="connsiteY1-26" fmla="*/ 152403 h 687258"/>
                <a:gd name="connsiteX2-27" fmla="*/ 27641 w 914400"/>
                <a:gd name="connsiteY2-28" fmla="*/ 687258 h 687258"/>
                <a:gd name="connsiteX3-29" fmla="*/ 0 w 914400"/>
                <a:gd name="connsiteY3-30" fmla="*/ 152403 h 687258"/>
                <a:gd name="connsiteX4-31" fmla="*/ 152403 w 914400"/>
                <a:gd name="connsiteY4-32" fmla="*/ 0 h 687258"/>
                <a:gd name="connsiteX0-33" fmla="*/ 152403 w 914400"/>
                <a:gd name="connsiteY0-34" fmla="*/ 0 h 732686"/>
                <a:gd name="connsiteX1-35" fmla="*/ 914400 w 914400"/>
                <a:gd name="connsiteY1-36" fmla="*/ 152403 h 732686"/>
                <a:gd name="connsiteX2-37" fmla="*/ 27641 w 914400"/>
                <a:gd name="connsiteY2-38" fmla="*/ 732686 h 732686"/>
                <a:gd name="connsiteX3-39" fmla="*/ 0 w 914400"/>
                <a:gd name="connsiteY3-40" fmla="*/ 152403 h 732686"/>
                <a:gd name="connsiteX4-41" fmla="*/ 152403 w 914400"/>
                <a:gd name="connsiteY4-42" fmla="*/ 0 h 732686"/>
                <a:gd name="connsiteX0-43" fmla="*/ 152403 w 964886"/>
                <a:gd name="connsiteY0-44" fmla="*/ 0 h 732686"/>
                <a:gd name="connsiteX1-45" fmla="*/ 964886 w 964886"/>
                <a:gd name="connsiteY1-46" fmla="*/ 12413 h 732686"/>
                <a:gd name="connsiteX2-47" fmla="*/ 27641 w 964886"/>
                <a:gd name="connsiteY2-48" fmla="*/ 732686 h 732686"/>
                <a:gd name="connsiteX3-49" fmla="*/ 0 w 964886"/>
                <a:gd name="connsiteY3-50" fmla="*/ 152403 h 732686"/>
                <a:gd name="connsiteX4-51" fmla="*/ 152403 w 964886"/>
                <a:gd name="connsiteY4-52" fmla="*/ 0 h 732686"/>
                <a:gd name="connsiteX0-53" fmla="*/ 155049 w 967532"/>
                <a:gd name="connsiteY0-54" fmla="*/ 0 h 711687"/>
                <a:gd name="connsiteX1-55" fmla="*/ 967532 w 967532"/>
                <a:gd name="connsiteY1-56" fmla="*/ 12413 h 711687"/>
                <a:gd name="connsiteX2-57" fmla="*/ 0 w 967532"/>
                <a:gd name="connsiteY2-58" fmla="*/ 711687 h 711687"/>
                <a:gd name="connsiteX3-59" fmla="*/ 2646 w 967532"/>
                <a:gd name="connsiteY3-60" fmla="*/ 152403 h 711687"/>
                <a:gd name="connsiteX4-61" fmla="*/ 155049 w 967532"/>
                <a:gd name="connsiteY4-62" fmla="*/ 0 h 711687"/>
                <a:gd name="connsiteX0-63" fmla="*/ 155049 w 1046187"/>
                <a:gd name="connsiteY0-64" fmla="*/ 72625 h 784312"/>
                <a:gd name="connsiteX1-65" fmla="*/ 1046187 w 1046187"/>
                <a:gd name="connsiteY1-66" fmla="*/ 0 h 784312"/>
                <a:gd name="connsiteX2-67" fmla="*/ 0 w 1046187"/>
                <a:gd name="connsiteY2-68" fmla="*/ 784312 h 784312"/>
                <a:gd name="connsiteX3-69" fmla="*/ 2646 w 1046187"/>
                <a:gd name="connsiteY3-70" fmla="*/ 225028 h 784312"/>
                <a:gd name="connsiteX4-71" fmla="*/ 155049 w 1046187"/>
                <a:gd name="connsiteY4-72" fmla="*/ 72625 h 784312"/>
                <a:gd name="connsiteX0-73" fmla="*/ 417230 w 1046187"/>
                <a:gd name="connsiteY0-74" fmla="*/ 0 h 847745"/>
                <a:gd name="connsiteX1-75" fmla="*/ 1046187 w 1046187"/>
                <a:gd name="connsiteY1-76" fmla="*/ 63433 h 847745"/>
                <a:gd name="connsiteX2-77" fmla="*/ 0 w 1046187"/>
                <a:gd name="connsiteY2-78" fmla="*/ 847745 h 847745"/>
                <a:gd name="connsiteX3-79" fmla="*/ 2646 w 1046187"/>
                <a:gd name="connsiteY3-80" fmla="*/ 288461 h 847745"/>
                <a:gd name="connsiteX4-81" fmla="*/ 417230 w 1046187"/>
                <a:gd name="connsiteY4-82" fmla="*/ 0 h 847745"/>
                <a:gd name="connsiteX0-83" fmla="*/ 417230 w 1065849"/>
                <a:gd name="connsiteY0-84" fmla="*/ 0 h 847745"/>
                <a:gd name="connsiteX1-85" fmla="*/ 1065849 w 1065849"/>
                <a:gd name="connsiteY1-86" fmla="*/ 63433 h 847745"/>
                <a:gd name="connsiteX2-87" fmla="*/ 0 w 1065849"/>
                <a:gd name="connsiteY2-88" fmla="*/ 847745 h 847745"/>
                <a:gd name="connsiteX3-89" fmla="*/ 2646 w 1065849"/>
                <a:gd name="connsiteY3-90" fmla="*/ 288461 h 847745"/>
                <a:gd name="connsiteX4-91" fmla="*/ 417230 w 1065849"/>
                <a:gd name="connsiteY4-92" fmla="*/ 0 h 847745"/>
                <a:gd name="connsiteX0-93" fmla="*/ 299243 w 1065849"/>
                <a:gd name="connsiteY0-94" fmla="*/ 343 h 784312"/>
                <a:gd name="connsiteX1-95" fmla="*/ 1065849 w 1065849"/>
                <a:gd name="connsiteY1-96" fmla="*/ 0 h 784312"/>
                <a:gd name="connsiteX2-97" fmla="*/ 0 w 1065849"/>
                <a:gd name="connsiteY2-98" fmla="*/ 784312 h 784312"/>
                <a:gd name="connsiteX3-99" fmla="*/ 2646 w 1065849"/>
                <a:gd name="connsiteY3-100" fmla="*/ 225028 h 784312"/>
                <a:gd name="connsiteX4-101" fmla="*/ 299243 w 1065849"/>
                <a:gd name="connsiteY4-102" fmla="*/ 343 h 784312"/>
                <a:gd name="connsiteX0-103" fmla="*/ 316262 w 1082868"/>
                <a:gd name="connsiteY0-104" fmla="*/ 343 h 784312"/>
                <a:gd name="connsiteX1-105" fmla="*/ 1082868 w 1082868"/>
                <a:gd name="connsiteY1-106" fmla="*/ 0 h 784312"/>
                <a:gd name="connsiteX2-107" fmla="*/ 17019 w 1082868"/>
                <a:gd name="connsiteY2-108" fmla="*/ 784312 h 784312"/>
                <a:gd name="connsiteX3-109" fmla="*/ 0 w 1082868"/>
                <a:gd name="connsiteY3-110" fmla="*/ 97475 h 784312"/>
                <a:gd name="connsiteX4-111" fmla="*/ 316262 w 1082868"/>
                <a:gd name="connsiteY4-112" fmla="*/ 343 h 784312"/>
                <a:gd name="connsiteX0-113" fmla="*/ 358236 w 1124842"/>
                <a:gd name="connsiteY0-114" fmla="*/ 343 h 784312"/>
                <a:gd name="connsiteX1-115" fmla="*/ 1124842 w 1124842"/>
                <a:gd name="connsiteY1-116" fmla="*/ 0 h 784312"/>
                <a:gd name="connsiteX2-117" fmla="*/ 0 w 1124842"/>
                <a:gd name="connsiteY2-118" fmla="*/ 784312 h 784312"/>
                <a:gd name="connsiteX3-119" fmla="*/ 41974 w 1124842"/>
                <a:gd name="connsiteY3-120" fmla="*/ 97475 h 784312"/>
                <a:gd name="connsiteX4-121" fmla="*/ 358236 w 1124842"/>
                <a:gd name="connsiteY4-122" fmla="*/ 343 h 784312"/>
                <a:gd name="connsiteX0-123" fmla="*/ 316262 w 1082868"/>
                <a:gd name="connsiteY0-124" fmla="*/ 343 h 807065"/>
                <a:gd name="connsiteX1-125" fmla="*/ 1082868 w 1082868"/>
                <a:gd name="connsiteY1-126" fmla="*/ 0 h 807065"/>
                <a:gd name="connsiteX2-127" fmla="*/ 17019 w 1082868"/>
                <a:gd name="connsiteY2-128" fmla="*/ 807065 h 807065"/>
                <a:gd name="connsiteX3-129" fmla="*/ 0 w 1082868"/>
                <a:gd name="connsiteY3-130" fmla="*/ 97475 h 807065"/>
                <a:gd name="connsiteX4-131" fmla="*/ 316262 w 1082868"/>
                <a:gd name="connsiteY4-132" fmla="*/ 343 h 807065"/>
                <a:gd name="connsiteX0-133" fmla="*/ 358236 w 1124842"/>
                <a:gd name="connsiteY0-134" fmla="*/ 343 h 818439"/>
                <a:gd name="connsiteX1-135" fmla="*/ 1124842 w 1124842"/>
                <a:gd name="connsiteY1-136" fmla="*/ 0 h 818439"/>
                <a:gd name="connsiteX2-137" fmla="*/ 0 w 1124842"/>
                <a:gd name="connsiteY2-138" fmla="*/ 818439 h 818439"/>
                <a:gd name="connsiteX3-139" fmla="*/ 41974 w 1124842"/>
                <a:gd name="connsiteY3-140" fmla="*/ 97475 h 818439"/>
                <a:gd name="connsiteX4-141" fmla="*/ 358236 w 1124842"/>
                <a:gd name="connsiteY4-142" fmla="*/ 343 h 818439"/>
                <a:gd name="connsiteX0-143" fmla="*/ 338574 w 1105180"/>
                <a:gd name="connsiteY0-144" fmla="*/ 343 h 818439"/>
                <a:gd name="connsiteX1-145" fmla="*/ 1105180 w 1105180"/>
                <a:gd name="connsiteY1-146" fmla="*/ 0 h 818439"/>
                <a:gd name="connsiteX2-147" fmla="*/ 0 w 1105180"/>
                <a:gd name="connsiteY2-148" fmla="*/ 818439 h 818439"/>
                <a:gd name="connsiteX3-149" fmla="*/ 22312 w 1105180"/>
                <a:gd name="connsiteY3-150" fmla="*/ 97475 h 818439"/>
                <a:gd name="connsiteX4-151" fmla="*/ 338574 w 1105180"/>
                <a:gd name="connsiteY4-152" fmla="*/ 343 h 818439"/>
                <a:gd name="connsiteX0-153" fmla="*/ 338574 w 1105180"/>
                <a:gd name="connsiteY0-154" fmla="*/ 343 h 807065"/>
                <a:gd name="connsiteX1-155" fmla="*/ 1105180 w 1105180"/>
                <a:gd name="connsiteY1-156" fmla="*/ 0 h 807065"/>
                <a:gd name="connsiteX2-157" fmla="*/ 0 w 1105180"/>
                <a:gd name="connsiteY2-158" fmla="*/ 807065 h 807065"/>
                <a:gd name="connsiteX3-159" fmla="*/ 22312 w 1105180"/>
                <a:gd name="connsiteY3-160" fmla="*/ 97475 h 807065"/>
                <a:gd name="connsiteX4-161" fmla="*/ 338574 w 1105180"/>
                <a:gd name="connsiteY4-162" fmla="*/ 343 h 807065"/>
                <a:gd name="connsiteX0-163" fmla="*/ 338574 w 1105180"/>
                <a:gd name="connsiteY0-164" fmla="*/ 343 h 807065"/>
                <a:gd name="connsiteX1-165" fmla="*/ 1105180 w 1105180"/>
                <a:gd name="connsiteY1-166" fmla="*/ 0 h 807065"/>
                <a:gd name="connsiteX2-167" fmla="*/ 0 w 1105180"/>
                <a:gd name="connsiteY2-168" fmla="*/ 807065 h 807065"/>
                <a:gd name="connsiteX3-169" fmla="*/ 22312 w 1105180"/>
                <a:gd name="connsiteY3-170" fmla="*/ 97475 h 807065"/>
                <a:gd name="connsiteX4-171" fmla="*/ 338574 w 1105180"/>
                <a:gd name="connsiteY4-172" fmla="*/ 343 h 807065"/>
                <a:gd name="connsiteX0-173" fmla="*/ 338574 w 1105180"/>
                <a:gd name="connsiteY0-174" fmla="*/ 343 h 807065"/>
                <a:gd name="connsiteX1-175" fmla="*/ 1105180 w 1105180"/>
                <a:gd name="connsiteY1-176" fmla="*/ 0 h 807065"/>
                <a:gd name="connsiteX2-177" fmla="*/ 0 w 1105180"/>
                <a:gd name="connsiteY2-178" fmla="*/ 807065 h 807065"/>
                <a:gd name="connsiteX3-179" fmla="*/ 22312 w 1105180"/>
                <a:gd name="connsiteY3-180" fmla="*/ 188901 h 807065"/>
                <a:gd name="connsiteX4-181" fmla="*/ 338574 w 1105180"/>
                <a:gd name="connsiteY4-182" fmla="*/ 343 h 807065"/>
                <a:gd name="connsiteX0-183" fmla="*/ 338574 w 1183835"/>
                <a:gd name="connsiteY0-184" fmla="*/ 343 h 807065"/>
                <a:gd name="connsiteX1-185" fmla="*/ 1183835 w 1183835"/>
                <a:gd name="connsiteY1-186" fmla="*/ 0 h 807065"/>
                <a:gd name="connsiteX2-187" fmla="*/ 0 w 1183835"/>
                <a:gd name="connsiteY2-188" fmla="*/ 807065 h 807065"/>
                <a:gd name="connsiteX3-189" fmla="*/ 22312 w 1183835"/>
                <a:gd name="connsiteY3-190" fmla="*/ 188901 h 807065"/>
                <a:gd name="connsiteX4-191" fmla="*/ 338574 w 1183835"/>
                <a:gd name="connsiteY4-192" fmla="*/ 343 h 807065"/>
                <a:gd name="connsiteX0-193" fmla="*/ 338574 w 1183835"/>
                <a:gd name="connsiteY0-194" fmla="*/ 30820 h 837542"/>
                <a:gd name="connsiteX1-195" fmla="*/ 1183835 w 1183835"/>
                <a:gd name="connsiteY1-196" fmla="*/ 0 h 837542"/>
                <a:gd name="connsiteX2-197" fmla="*/ 0 w 1183835"/>
                <a:gd name="connsiteY2-198" fmla="*/ 837542 h 837542"/>
                <a:gd name="connsiteX3-199" fmla="*/ 22312 w 1183835"/>
                <a:gd name="connsiteY3-200" fmla="*/ 219378 h 837542"/>
                <a:gd name="connsiteX4-201" fmla="*/ 338574 w 1183835"/>
                <a:gd name="connsiteY4-202" fmla="*/ 30820 h 837542"/>
                <a:gd name="connsiteX0-203" fmla="*/ 338574 w 1183835"/>
                <a:gd name="connsiteY0-204" fmla="*/ 343 h 807065"/>
                <a:gd name="connsiteX1-205" fmla="*/ 1183835 w 1183835"/>
                <a:gd name="connsiteY1-206" fmla="*/ 0 h 807065"/>
                <a:gd name="connsiteX2-207" fmla="*/ 0 w 1183835"/>
                <a:gd name="connsiteY2-208" fmla="*/ 807065 h 807065"/>
                <a:gd name="connsiteX3-209" fmla="*/ 22312 w 1183835"/>
                <a:gd name="connsiteY3-210" fmla="*/ 188901 h 807065"/>
                <a:gd name="connsiteX4-211" fmla="*/ 338574 w 1183835"/>
                <a:gd name="connsiteY4-212" fmla="*/ 343 h 80706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183835" h="807065">
                  <a:moveTo>
                    <a:pt x="338574" y="343"/>
                  </a:moveTo>
                  <a:lnTo>
                    <a:pt x="1183835" y="0"/>
                  </a:lnTo>
                  <a:lnTo>
                    <a:pt x="0" y="807065"/>
                  </a:lnTo>
                  <a:cubicBezTo>
                    <a:pt x="7440" y="570533"/>
                    <a:pt x="14875" y="425431"/>
                    <a:pt x="22312" y="188901"/>
                  </a:cubicBezTo>
                  <a:cubicBezTo>
                    <a:pt x="22312" y="104731"/>
                    <a:pt x="254404" y="343"/>
                    <a:pt x="338574" y="343"/>
                  </a:cubicBezTo>
                  <a:close/>
                </a:path>
              </a:pathLst>
            </a:custGeom>
            <a:solidFill>
              <a:srgbClr val="C775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264" name="连接符: 肘形 263"/>
          <p:cNvCxnSpPr/>
          <p:nvPr/>
        </p:nvCxnSpPr>
        <p:spPr>
          <a:xfrm rot="10800000" flipV="1">
            <a:off x="825900" y="4123743"/>
            <a:ext cx="1928220" cy="936000"/>
          </a:xfrm>
          <a:prstGeom prst="bentConnector3">
            <a:avLst>
              <a:gd name="adj1" fmla="val 9164"/>
            </a:avLst>
          </a:prstGeom>
          <a:ln w="12700">
            <a:solidFill>
              <a:srgbClr val="5B4374"/>
            </a:solidFill>
            <a:headEnd type="oval" w="sm" len="sm"/>
            <a:tailEnd type="non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连接符: 肘形 271"/>
          <p:cNvCxnSpPr>
            <a:endCxn id="177" idx="1"/>
          </p:cNvCxnSpPr>
          <p:nvPr/>
        </p:nvCxnSpPr>
        <p:spPr>
          <a:xfrm rot="16200000" flipH="1">
            <a:off x="586499" y="5301915"/>
            <a:ext cx="693726" cy="209376"/>
          </a:xfrm>
          <a:prstGeom prst="bentConnector2">
            <a:avLst/>
          </a:prstGeom>
          <a:ln w="12700">
            <a:solidFill>
              <a:srgbClr val="B47F49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连接符: 肘形 272"/>
          <p:cNvCxnSpPr/>
          <p:nvPr/>
        </p:nvCxnSpPr>
        <p:spPr>
          <a:xfrm rot="16200000" flipH="1">
            <a:off x="624222" y="5796531"/>
            <a:ext cx="618281" cy="209375"/>
          </a:xfrm>
          <a:prstGeom prst="bentConnector2">
            <a:avLst/>
          </a:prstGeom>
          <a:ln w="12700">
            <a:solidFill>
              <a:srgbClr val="B47F49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连接符: 肘形 273"/>
          <p:cNvCxnSpPr/>
          <p:nvPr/>
        </p:nvCxnSpPr>
        <p:spPr>
          <a:xfrm rot="16200000" flipH="1">
            <a:off x="483362" y="6483072"/>
            <a:ext cx="900000" cy="209375"/>
          </a:xfrm>
          <a:prstGeom prst="bentConnector2">
            <a:avLst/>
          </a:prstGeom>
          <a:ln w="12700">
            <a:solidFill>
              <a:srgbClr val="B47F49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6" name="组合 295"/>
          <p:cNvGrpSpPr/>
          <p:nvPr/>
        </p:nvGrpSpPr>
        <p:grpSpPr>
          <a:xfrm>
            <a:off x="2399503" y="5134769"/>
            <a:ext cx="2596097" cy="2233770"/>
            <a:chOff x="659712" y="991013"/>
            <a:chExt cx="1542442" cy="2233770"/>
          </a:xfrm>
          <a:effectLst/>
        </p:grpSpPr>
        <p:sp>
          <p:nvSpPr>
            <p:cNvPr id="297" name="矩形 296"/>
            <p:cNvSpPr/>
            <p:nvPr/>
          </p:nvSpPr>
          <p:spPr>
            <a:xfrm flipH="1">
              <a:off x="659712" y="991013"/>
              <a:ext cx="1525193" cy="266915"/>
            </a:xfrm>
            <a:prstGeom prst="round1Rect">
              <a:avLst>
                <a:gd name="adj" fmla="val 17559"/>
              </a:avLst>
            </a:prstGeom>
            <a:solidFill>
              <a:srgbClr val="FBECDB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LVGL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页面开发</a:t>
              </a:r>
            </a:p>
          </p:txBody>
        </p:sp>
        <p:sp>
          <p:nvSpPr>
            <p:cNvPr id="298" name="矩形: 圆角 297"/>
            <p:cNvSpPr/>
            <p:nvPr/>
          </p:nvSpPr>
          <p:spPr>
            <a:xfrm>
              <a:off x="660831" y="991302"/>
              <a:ext cx="1541323" cy="2233481"/>
            </a:xfrm>
            <a:prstGeom prst="roundRect">
              <a:avLst>
                <a:gd name="adj" fmla="val 2372"/>
              </a:avLst>
            </a:prstGeom>
            <a:noFill/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03" name="文本框 302"/>
          <p:cNvSpPr txBox="1"/>
          <p:nvPr/>
        </p:nvSpPr>
        <p:spPr>
          <a:xfrm>
            <a:off x="2394519" y="7137707"/>
            <a:ext cx="386448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900" b="1" i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3.2</a:t>
            </a:r>
            <a:endParaRPr lang="zh-CN" altLang="en-US" sz="900" b="1" i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4" name="文本框 303"/>
          <p:cNvSpPr txBox="1"/>
          <p:nvPr/>
        </p:nvSpPr>
        <p:spPr>
          <a:xfrm>
            <a:off x="4625290" y="7137707"/>
            <a:ext cx="386448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900" b="1" i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</a:t>
            </a:r>
            <a:endParaRPr lang="zh-CN" altLang="en-US" sz="900" b="1" i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9" name="矩形: 圆角 308"/>
          <p:cNvSpPr/>
          <p:nvPr/>
        </p:nvSpPr>
        <p:spPr>
          <a:xfrm>
            <a:off x="2425118" y="6463706"/>
            <a:ext cx="370419" cy="337144"/>
          </a:xfrm>
          <a:prstGeom prst="roundRect">
            <a:avLst/>
          </a:prstGeom>
          <a:solidFill>
            <a:srgbClr val="EECBA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示波器界面</a:t>
            </a:r>
          </a:p>
        </p:txBody>
      </p:sp>
      <p:sp>
        <p:nvSpPr>
          <p:cNvPr id="310" name="矩形: 圆角 309"/>
          <p:cNvSpPr/>
          <p:nvPr/>
        </p:nvSpPr>
        <p:spPr>
          <a:xfrm>
            <a:off x="2885497" y="6461147"/>
            <a:ext cx="339379" cy="337144"/>
          </a:xfrm>
          <a:prstGeom prst="roundRect">
            <a:avLst/>
          </a:prstGeom>
          <a:solidFill>
            <a:srgbClr val="EECBA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发生器界面</a:t>
            </a:r>
          </a:p>
        </p:txBody>
      </p:sp>
      <p:sp>
        <p:nvSpPr>
          <p:cNvPr id="311" name="矩形: 圆角 310"/>
          <p:cNvSpPr/>
          <p:nvPr/>
        </p:nvSpPr>
        <p:spPr>
          <a:xfrm>
            <a:off x="3325404" y="6459867"/>
            <a:ext cx="339379" cy="337144"/>
          </a:xfrm>
          <a:prstGeom prst="roundRect">
            <a:avLst/>
          </a:prstGeom>
          <a:solidFill>
            <a:srgbClr val="EECBA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  <a:endParaRPr lang="en-US" altLang="zh-CN" sz="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界面</a:t>
            </a:r>
          </a:p>
        </p:txBody>
      </p:sp>
      <p:sp>
        <p:nvSpPr>
          <p:cNvPr id="312" name="矩形: 圆角 311"/>
          <p:cNvSpPr/>
          <p:nvPr/>
        </p:nvSpPr>
        <p:spPr>
          <a:xfrm>
            <a:off x="3765311" y="6459867"/>
            <a:ext cx="339379" cy="337144"/>
          </a:xfrm>
          <a:prstGeom prst="roundRect">
            <a:avLst/>
          </a:prstGeom>
          <a:solidFill>
            <a:srgbClr val="EECBA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万用表界面</a:t>
            </a:r>
          </a:p>
        </p:txBody>
      </p:sp>
      <p:sp>
        <p:nvSpPr>
          <p:cNvPr id="313" name="矩形: 圆角 312"/>
          <p:cNvSpPr/>
          <p:nvPr/>
        </p:nvSpPr>
        <p:spPr>
          <a:xfrm>
            <a:off x="4207262" y="6463706"/>
            <a:ext cx="339379" cy="333305"/>
          </a:xfrm>
          <a:prstGeom prst="roundRect">
            <a:avLst/>
          </a:prstGeom>
          <a:solidFill>
            <a:srgbClr val="EECBA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无线串口界面</a:t>
            </a:r>
          </a:p>
        </p:txBody>
      </p:sp>
      <p:sp>
        <p:nvSpPr>
          <p:cNvPr id="314" name="矩形: 圆角 313"/>
          <p:cNvSpPr/>
          <p:nvPr/>
        </p:nvSpPr>
        <p:spPr>
          <a:xfrm>
            <a:off x="4636601" y="6463706"/>
            <a:ext cx="329969" cy="337144"/>
          </a:xfrm>
          <a:prstGeom prst="roundRect">
            <a:avLst/>
          </a:prstGeom>
          <a:solidFill>
            <a:srgbClr val="EECBA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endParaRPr lang="en-US" altLang="zh-CN" sz="7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7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</a:t>
            </a:r>
          </a:p>
        </p:txBody>
      </p:sp>
      <p:sp>
        <p:nvSpPr>
          <p:cNvPr id="315" name="矩形: 圆角 314"/>
          <p:cNvSpPr/>
          <p:nvPr/>
        </p:nvSpPr>
        <p:spPr>
          <a:xfrm>
            <a:off x="2493317" y="5502144"/>
            <a:ext cx="477066" cy="156676"/>
          </a:xfrm>
          <a:prstGeom prst="roundRect">
            <a:avLst/>
          </a:prstGeom>
          <a:solidFill>
            <a:srgbClr val="FDECDE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波形显示</a:t>
            </a:r>
          </a:p>
        </p:txBody>
      </p:sp>
      <p:sp>
        <p:nvSpPr>
          <p:cNvPr id="316" name="矩形: 圆角 315"/>
          <p:cNvSpPr/>
          <p:nvPr/>
        </p:nvSpPr>
        <p:spPr>
          <a:xfrm>
            <a:off x="3999845" y="5502144"/>
            <a:ext cx="595035" cy="156676"/>
          </a:xfrm>
          <a:prstGeom prst="roundRect">
            <a:avLst/>
          </a:prstGeom>
          <a:solidFill>
            <a:srgbClr val="FDECDE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参数读取</a:t>
            </a:r>
          </a:p>
        </p:txBody>
      </p:sp>
      <p:sp>
        <p:nvSpPr>
          <p:cNvPr id="318" name="矩形: 圆角 317"/>
          <p:cNvSpPr/>
          <p:nvPr/>
        </p:nvSpPr>
        <p:spPr>
          <a:xfrm>
            <a:off x="2575843" y="5982925"/>
            <a:ext cx="658602" cy="156676"/>
          </a:xfrm>
          <a:prstGeom prst="roundRect">
            <a:avLst/>
          </a:prstGeom>
          <a:solidFill>
            <a:srgbClr val="F1DBC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控制面板</a:t>
            </a:r>
          </a:p>
        </p:txBody>
      </p:sp>
      <p:sp>
        <p:nvSpPr>
          <p:cNvPr id="319" name="矩形: 圆角 318"/>
          <p:cNvSpPr/>
          <p:nvPr/>
        </p:nvSpPr>
        <p:spPr>
          <a:xfrm>
            <a:off x="3339518" y="5982925"/>
            <a:ext cx="751356" cy="156676"/>
          </a:xfrm>
          <a:prstGeom prst="roundRect">
            <a:avLst/>
          </a:prstGeom>
          <a:solidFill>
            <a:srgbClr val="F1DBC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页面切换</a:t>
            </a:r>
          </a:p>
        </p:txBody>
      </p:sp>
      <p:sp>
        <p:nvSpPr>
          <p:cNvPr id="320" name="矩形: 圆角 319"/>
          <p:cNvSpPr/>
          <p:nvPr/>
        </p:nvSpPr>
        <p:spPr>
          <a:xfrm>
            <a:off x="4167559" y="5982925"/>
            <a:ext cx="751356" cy="156676"/>
          </a:xfrm>
          <a:prstGeom prst="roundRect">
            <a:avLst/>
          </a:prstGeom>
          <a:solidFill>
            <a:srgbClr val="F1DBC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触摸交互</a:t>
            </a:r>
          </a:p>
        </p:txBody>
      </p:sp>
      <p:sp>
        <p:nvSpPr>
          <p:cNvPr id="321" name="矩形: 圆角 320"/>
          <p:cNvSpPr/>
          <p:nvPr/>
        </p:nvSpPr>
        <p:spPr>
          <a:xfrm>
            <a:off x="2795537" y="7132875"/>
            <a:ext cx="1818553" cy="186548"/>
          </a:xfrm>
          <a:prstGeom prst="roundRect">
            <a:avLst/>
          </a:prstGeom>
          <a:solidFill>
            <a:srgbClr val="F0A05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RTOS</a:t>
            </a:r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多任务调度</a:t>
            </a:r>
          </a:p>
        </p:txBody>
      </p:sp>
      <p:cxnSp>
        <p:nvCxnSpPr>
          <p:cNvPr id="325" name="连接符: 肘形 324"/>
          <p:cNvCxnSpPr>
            <a:stCxn id="315" idx="2"/>
            <a:endCxn id="318" idx="0"/>
          </p:cNvCxnSpPr>
          <p:nvPr/>
        </p:nvCxnSpPr>
        <p:spPr>
          <a:xfrm rot="16200000" flipH="1">
            <a:off x="2656445" y="5734225"/>
            <a:ext cx="324105" cy="173294"/>
          </a:xfrm>
          <a:prstGeom prst="bentConnector3">
            <a:avLst/>
          </a:prstGeom>
          <a:ln w="9525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" name="连接符: 肘形 325"/>
          <p:cNvCxnSpPr>
            <a:cxnSpLocks/>
            <a:stCxn id="316" idx="2"/>
            <a:endCxn id="318" idx="0"/>
          </p:cNvCxnSpPr>
          <p:nvPr/>
        </p:nvCxnSpPr>
        <p:spPr>
          <a:xfrm rot="5400000">
            <a:off x="3439202" y="5124763"/>
            <a:ext cx="324105" cy="1392219"/>
          </a:xfrm>
          <a:prstGeom prst="bentConnector3">
            <a:avLst/>
          </a:prstGeom>
          <a:ln w="9525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9" name="连接符: 肘形 328"/>
          <p:cNvCxnSpPr>
            <a:stCxn id="316" idx="2"/>
            <a:endCxn id="319" idx="0"/>
          </p:cNvCxnSpPr>
          <p:nvPr/>
        </p:nvCxnSpPr>
        <p:spPr>
          <a:xfrm rot="5400000">
            <a:off x="3844228" y="5529789"/>
            <a:ext cx="324105" cy="582167"/>
          </a:xfrm>
          <a:prstGeom prst="bentConnector3">
            <a:avLst/>
          </a:prstGeom>
          <a:ln w="9525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0" name="连接符: 肘形 339"/>
          <p:cNvCxnSpPr>
            <a:cxnSpLocks/>
            <a:endCxn id="319" idx="0"/>
          </p:cNvCxnSpPr>
          <p:nvPr/>
        </p:nvCxnSpPr>
        <p:spPr>
          <a:xfrm rot="5400000">
            <a:off x="3843891" y="5529453"/>
            <a:ext cx="324778" cy="582167"/>
          </a:xfrm>
          <a:prstGeom prst="bentConnector3">
            <a:avLst/>
          </a:prstGeom>
          <a:ln w="9525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3" name="连接符: 肘形 352"/>
          <p:cNvCxnSpPr>
            <a:cxnSpLocks/>
            <a:endCxn id="320" idx="0"/>
          </p:cNvCxnSpPr>
          <p:nvPr/>
        </p:nvCxnSpPr>
        <p:spPr>
          <a:xfrm rot="16200000" flipH="1">
            <a:off x="4257911" y="5697599"/>
            <a:ext cx="324778" cy="245874"/>
          </a:xfrm>
          <a:prstGeom prst="bentConnector3">
            <a:avLst/>
          </a:prstGeom>
          <a:ln w="9525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6" name="连接符: 肘形 355"/>
          <p:cNvCxnSpPr>
            <a:cxnSpLocks/>
            <a:stCxn id="318" idx="2"/>
            <a:endCxn id="309" idx="0"/>
          </p:cNvCxnSpPr>
          <p:nvPr/>
        </p:nvCxnSpPr>
        <p:spPr>
          <a:xfrm rot="5400000">
            <a:off x="2595684" y="6154245"/>
            <a:ext cx="324105" cy="294816"/>
          </a:xfrm>
          <a:prstGeom prst="bentConnector3">
            <a:avLst>
              <a:gd name="adj1" fmla="val 50000"/>
            </a:avLst>
          </a:prstGeom>
          <a:ln w="9525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9" name="连接符: 肘形 358"/>
          <p:cNvCxnSpPr>
            <a:cxnSpLocks/>
            <a:stCxn id="318" idx="2"/>
            <a:endCxn id="310" idx="0"/>
          </p:cNvCxnSpPr>
          <p:nvPr/>
        </p:nvCxnSpPr>
        <p:spPr>
          <a:xfrm rot="16200000" flipH="1">
            <a:off x="2819392" y="6225352"/>
            <a:ext cx="321546" cy="150043"/>
          </a:xfrm>
          <a:prstGeom prst="bentConnector3">
            <a:avLst>
              <a:gd name="adj1" fmla="val 50000"/>
            </a:avLst>
          </a:prstGeom>
          <a:ln w="9525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2" name="连接符: 肘形 361"/>
          <p:cNvCxnSpPr>
            <a:cxnSpLocks/>
            <a:stCxn id="319" idx="2"/>
            <a:endCxn id="310" idx="0"/>
          </p:cNvCxnSpPr>
          <p:nvPr/>
        </p:nvCxnSpPr>
        <p:spPr>
          <a:xfrm rot="5400000">
            <a:off x="3224419" y="5970370"/>
            <a:ext cx="321546" cy="660009"/>
          </a:xfrm>
          <a:prstGeom prst="bentConnector3">
            <a:avLst>
              <a:gd name="adj1" fmla="val 50000"/>
            </a:avLst>
          </a:prstGeom>
          <a:ln w="9525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5" name="连接符: 肘形 364"/>
          <p:cNvCxnSpPr>
            <a:cxnSpLocks/>
            <a:stCxn id="319" idx="2"/>
            <a:endCxn id="311" idx="0"/>
          </p:cNvCxnSpPr>
          <p:nvPr/>
        </p:nvCxnSpPr>
        <p:spPr>
          <a:xfrm rot="5400000">
            <a:off x="3445012" y="6189683"/>
            <a:ext cx="320266" cy="220102"/>
          </a:xfrm>
          <a:prstGeom prst="bentConnector3">
            <a:avLst/>
          </a:prstGeom>
          <a:ln w="9525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0" name="连接符: 肘形 369"/>
          <p:cNvCxnSpPr>
            <a:cxnSpLocks/>
            <a:stCxn id="319" idx="2"/>
            <a:endCxn id="312" idx="0"/>
          </p:cNvCxnSpPr>
          <p:nvPr/>
        </p:nvCxnSpPr>
        <p:spPr>
          <a:xfrm rot="16200000" flipH="1">
            <a:off x="3664965" y="6189831"/>
            <a:ext cx="320266" cy="219805"/>
          </a:xfrm>
          <a:prstGeom prst="bentConnector3">
            <a:avLst>
              <a:gd name="adj1" fmla="val 50000"/>
            </a:avLst>
          </a:prstGeom>
          <a:ln w="9525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4" name="连接符: 肘形 373"/>
          <p:cNvCxnSpPr>
            <a:cxnSpLocks/>
            <a:stCxn id="320" idx="2"/>
            <a:endCxn id="314" idx="0"/>
          </p:cNvCxnSpPr>
          <p:nvPr/>
        </p:nvCxnSpPr>
        <p:spPr>
          <a:xfrm rot="16200000" flipH="1">
            <a:off x="4510359" y="6172478"/>
            <a:ext cx="324105" cy="258349"/>
          </a:xfrm>
          <a:prstGeom prst="bentConnector3">
            <a:avLst>
              <a:gd name="adj1" fmla="val 50000"/>
            </a:avLst>
          </a:prstGeom>
          <a:ln w="9525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7" name="连接符: 肘形 376"/>
          <p:cNvCxnSpPr>
            <a:cxnSpLocks/>
            <a:stCxn id="320" idx="2"/>
            <a:endCxn id="313" idx="0"/>
          </p:cNvCxnSpPr>
          <p:nvPr/>
        </p:nvCxnSpPr>
        <p:spPr>
          <a:xfrm rot="5400000">
            <a:off x="4298043" y="6218511"/>
            <a:ext cx="324105" cy="166285"/>
          </a:xfrm>
          <a:prstGeom prst="bentConnector3">
            <a:avLst>
              <a:gd name="adj1" fmla="val 50000"/>
            </a:avLst>
          </a:prstGeom>
          <a:ln w="9525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0" name="连接符: 肘形 379"/>
          <p:cNvCxnSpPr>
            <a:cxnSpLocks/>
            <a:stCxn id="320" idx="2"/>
            <a:endCxn id="312" idx="0"/>
          </p:cNvCxnSpPr>
          <p:nvPr/>
        </p:nvCxnSpPr>
        <p:spPr>
          <a:xfrm rot="5400000">
            <a:off x="4078986" y="5995616"/>
            <a:ext cx="320266" cy="608236"/>
          </a:xfrm>
          <a:prstGeom prst="bentConnector3">
            <a:avLst>
              <a:gd name="adj1" fmla="val 50000"/>
            </a:avLst>
          </a:prstGeom>
          <a:ln w="9525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3" name="连接符: 肘形 382"/>
          <p:cNvCxnSpPr>
            <a:cxnSpLocks/>
            <a:stCxn id="309" idx="2"/>
            <a:endCxn id="321" idx="0"/>
          </p:cNvCxnSpPr>
          <p:nvPr/>
        </p:nvCxnSpPr>
        <p:spPr>
          <a:xfrm rot="16200000" flipH="1">
            <a:off x="2991559" y="6419619"/>
            <a:ext cx="332025" cy="1094486"/>
          </a:xfrm>
          <a:prstGeom prst="bentConnector3">
            <a:avLst>
              <a:gd name="adj1" fmla="val 50000"/>
            </a:avLst>
          </a:prstGeom>
          <a:ln w="9525"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7" name="连接符: 肘形 386"/>
          <p:cNvCxnSpPr>
            <a:cxnSpLocks/>
            <a:stCxn id="310" idx="2"/>
            <a:endCxn id="321" idx="0"/>
          </p:cNvCxnSpPr>
          <p:nvPr/>
        </p:nvCxnSpPr>
        <p:spPr>
          <a:xfrm rot="16200000" flipH="1">
            <a:off x="3212708" y="6640769"/>
            <a:ext cx="334584" cy="649627"/>
          </a:xfrm>
          <a:prstGeom prst="bentConnector3">
            <a:avLst>
              <a:gd name="adj1" fmla="val 50000"/>
            </a:avLst>
          </a:prstGeom>
          <a:ln w="9525"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0" name="连接符: 肘形 389"/>
          <p:cNvCxnSpPr>
            <a:cxnSpLocks/>
            <a:stCxn id="311" idx="2"/>
            <a:endCxn id="321" idx="0"/>
          </p:cNvCxnSpPr>
          <p:nvPr/>
        </p:nvCxnSpPr>
        <p:spPr>
          <a:xfrm rot="16200000" flipH="1">
            <a:off x="3432022" y="6860083"/>
            <a:ext cx="335864" cy="209720"/>
          </a:xfrm>
          <a:prstGeom prst="bentConnector3">
            <a:avLst>
              <a:gd name="adj1" fmla="val 50000"/>
            </a:avLst>
          </a:prstGeom>
          <a:ln w="9525"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3" name="连接符: 肘形 392"/>
          <p:cNvCxnSpPr>
            <a:cxnSpLocks/>
            <a:stCxn id="312" idx="2"/>
            <a:endCxn id="321" idx="0"/>
          </p:cNvCxnSpPr>
          <p:nvPr/>
        </p:nvCxnSpPr>
        <p:spPr>
          <a:xfrm rot="5400000">
            <a:off x="3651976" y="6849850"/>
            <a:ext cx="335864" cy="230187"/>
          </a:xfrm>
          <a:prstGeom prst="bentConnector3">
            <a:avLst>
              <a:gd name="adj1" fmla="val 50000"/>
            </a:avLst>
          </a:prstGeom>
          <a:ln w="9525"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6" name="连接符: 肘形 395"/>
          <p:cNvCxnSpPr>
            <a:cxnSpLocks/>
            <a:stCxn id="313" idx="2"/>
            <a:endCxn id="321" idx="0"/>
          </p:cNvCxnSpPr>
          <p:nvPr/>
        </p:nvCxnSpPr>
        <p:spPr>
          <a:xfrm rot="5400000">
            <a:off x="3872951" y="6628874"/>
            <a:ext cx="335864" cy="672138"/>
          </a:xfrm>
          <a:prstGeom prst="bentConnector3">
            <a:avLst>
              <a:gd name="adj1" fmla="val 50000"/>
            </a:avLst>
          </a:prstGeom>
          <a:ln w="9525"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9" name="连接符: 肘形 398"/>
          <p:cNvCxnSpPr>
            <a:cxnSpLocks/>
            <a:stCxn id="314" idx="2"/>
            <a:endCxn id="321" idx="0"/>
          </p:cNvCxnSpPr>
          <p:nvPr/>
        </p:nvCxnSpPr>
        <p:spPr>
          <a:xfrm rot="5400000">
            <a:off x="4087188" y="6418476"/>
            <a:ext cx="332025" cy="1096772"/>
          </a:xfrm>
          <a:prstGeom prst="bentConnector3">
            <a:avLst>
              <a:gd name="adj1" fmla="val 50000"/>
            </a:avLst>
          </a:prstGeom>
          <a:ln w="9525"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6" name="矩形: 圆角 405"/>
          <p:cNvSpPr/>
          <p:nvPr/>
        </p:nvSpPr>
        <p:spPr>
          <a:xfrm>
            <a:off x="5174105" y="5501471"/>
            <a:ext cx="1147829" cy="156676"/>
          </a:xfrm>
          <a:prstGeom prst="roundRect">
            <a:avLst/>
          </a:prstGeom>
          <a:solidFill>
            <a:srgbClr val="FDECDE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协议接入</a:t>
            </a:r>
          </a:p>
        </p:txBody>
      </p:sp>
      <p:sp>
        <p:nvSpPr>
          <p:cNvPr id="411" name="矩形: 圆角 410"/>
          <p:cNvSpPr/>
          <p:nvPr/>
        </p:nvSpPr>
        <p:spPr>
          <a:xfrm>
            <a:off x="5206767" y="5982925"/>
            <a:ext cx="1077777" cy="156676"/>
          </a:xfrm>
          <a:prstGeom prst="roundRect">
            <a:avLst/>
          </a:prstGeom>
          <a:solidFill>
            <a:srgbClr val="F1DBC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WIFI</a:t>
            </a:r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网络管理</a:t>
            </a:r>
          </a:p>
        </p:txBody>
      </p:sp>
      <p:sp>
        <p:nvSpPr>
          <p:cNvPr id="414" name="矩形: 圆角 413"/>
          <p:cNvSpPr/>
          <p:nvPr/>
        </p:nvSpPr>
        <p:spPr>
          <a:xfrm>
            <a:off x="5968025" y="6463706"/>
            <a:ext cx="353909" cy="333304"/>
          </a:xfrm>
          <a:prstGeom prst="roundRect">
            <a:avLst/>
          </a:prstGeom>
          <a:solidFill>
            <a:srgbClr val="EECBA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天气时间获取</a:t>
            </a:r>
          </a:p>
        </p:txBody>
      </p:sp>
      <p:sp>
        <p:nvSpPr>
          <p:cNvPr id="415" name="矩形: 圆角 414"/>
          <p:cNvSpPr/>
          <p:nvPr/>
        </p:nvSpPr>
        <p:spPr>
          <a:xfrm>
            <a:off x="5127238" y="6463705"/>
            <a:ext cx="678391" cy="333305"/>
          </a:xfrm>
          <a:prstGeom prst="roundRect">
            <a:avLst/>
          </a:prstGeom>
          <a:solidFill>
            <a:srgbClr val="EECBA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设备自动创建与数据上报</a:t>
            </a:r>
          </a:p>
        </p:txBody>
      </p:sp>
      <p:sp>
        <p:nvSpPr>
          <p:cNvPr id="422" name="矩形: 圆角 421"/>
          <p:cNvSpPr/>
          <p:nvPr/>
        </p:nvSpPr>
        <p:spPr>
          <a:xfrm>
            <a:off x="5084010" y="7132875"/>
            <a:ext cx="1327936" cy="186548"/>
          </a:xfrm>
          <a:prstGeom prst="roundRect">
            <a:avLst/>
          </a:prstGeom>
          <a:solidFill>
            <a:srgbClr val="F0A059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上下位机连接</a:t>
            </a:r>
          </a:p>
        </p:txBody>
      </p:sp>
      <p:cxnSp>
        <p:nvCxnSpPr>
          <p:cNvPr id="424" name="直接箭头连接符 423"/>
          <p:cNvCxnSpPr>
            <a:stCxn id="406" idx="2"/>
            <a:endCxn id="411" idx="0"/>
          </p:cNvCxnSpPr>
          <p:nvPr/>
        </p:nvCxnSpPr>
        <p:spPr>
          <a:xfrm flipH="1">
            <a:off x="5745656" y="5658147"/>
            <a:ext cx="2364" cy="324778"/>
          </a:xfrm>
          <a:prstGeom prst="straightConnector1">
            <a:avLst/>
          </a:prstGeom>
          <a:ln w="9525"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5" name="连接符: 肘形 424"/>
          <p:cNvCxnSpPr>
            <a:cxnSpLocks/>
            <a:stCxn id="411" idx="2"/>
            <a:endCxn id="415" idx="0"/>
          </p:cNvCxnSpPr>
          <p:nvPr/>
        </p:nvCxnSpPr>
        <p:spPr>
          <a:xfrm rot="5400000">
            <a:off x="5443993" y="6162042"/>
            <a:ext cx="324104" cy="279222"/>
          </a:xfrm>
          <a:prstGeom prst="bentConnector3">
            <a:avLst>
              <a:gd name="adj1" fmla="val 50000"/>
            </a:avLst>
          </a:prstGeom>
          <a:ln w="9525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8" name="连接符: 肘形 427"/>
          <p:cNvCxnSpPr>
            <a:cxnSpLocks/>
            <a:stCxn id="411" idx="2"/>
            <a:endCxn id="414" idx="0"/>
          </p:cNvCxnSpPr>
          <p:nvPr/>
        </p:nvCxnSpPr>
        <p:spPr>
          <a:xfrm rot="16200000" flipH="1">
            <a:off x="5783266" y="6101991"/>
            <a:ext cx="324105" cy="399324"/>
          </a:xfrm>
          <a:prstGeom prst="bentConnector3">
            <a:avLst>
              <a:gd name="adj1" fmla="val 50000"/>
            </a:avLst>
          </a:prstGeom>
          <a:ln w="9525"/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2" name="连接符: 肘形 431"/>
          <p:cNvCxnSpPr>
            <a:cxnSpLocks/>
            <a:stCxn id="415" idx="2"/>
            <a:endCxn id="422" idx="0"/>
          </p:cNvCxnSpPr>
          <p:nvPr/>
        </p:nvCxnSpPr>
        <p:spPr>
          <a:xfrm rot="16200000" flipH="1">
            <a:off x="5439274" y="6824170"/>
            <a:ext cx="335865" cy="281544"/>
          </a:xfrm>
          <a:prstGeom prst="bentConnector3">
            <a:avLst>
              <a:gd name="adj1" fmla="val 50000"/>
            </a:avLst>
          </a:prstGeom>
          <a:ln w="9525"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5" name="连接符: 肘形 434"/>
          <p:cNvCxnSpPr>
            <a:cxnSpLocks/>
            <a:stCxn id="414" idx="2"/>
            <a:endCxn id="422" idx="0"/>
          </p:cNvCxnSpPr>
          <p:nvPr/>
        </p:nvCxnSpPr>
        <p:spPr>
          <a:xfrm rot="5400000">
            <a:off x="5778547" y="6766441"/>
            <a:ext cx="335865" cy="397002"/>
          </a:xfrm>
          <a:prstGeom prst="bentConnector3">
            <a:avLst>
              <a:gd name="adj1" fmla="val 50000"/>
            </a:avLst>
          </a:prstGeom>
          <a:ln w="9525">
            <a:tailEnd type="triangle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0" name="连接符: 肘形 439"/>
          <p:cNvCxnSpPr>
            <a:stCxn id="259" idx="3"/>
            <a:endCxn id="318" idx="1"/>
          </p:cNvCxnSpPr>
          <p:nvPr/>
        </p:nvCxnSpPr>
        <p:spPr>
          <a:xfrm flipV="1">
            <a:off x="2089167" y="6061263"/>
            <a:ext cx="486676" cy="913126"/>
          </a:xfrm>
          <a:prstGeom prst="bentConnector3">
            <a:avLst>
              <a:gd name="adj1" fmla="val 50000"/>
            </a:avLst>
          </a:prstGeom>
          <a:ln w="12700">
            <a:solidFill>
              <a:srgbClr val="F0A059"/>
            </a:solidFill>
            <a:headEnd type="oval" w="sm" len="sm"/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9" name="直接连接符 578"/>
          <p:cNvCxnSpPr/>
          <p:nvPr/>
        </p:nvCxnSpPr>
        <p:spPr>
          <a:xfrm>
            <a:off x="4611785" y="7038702"/>
            <a:ext cx="455692" cy="0"/>
          </a:xfrm>
          <a:prstGeom prst="line">
            <a:avLst/>
          </a:prstGeom>
          <a:ln w="12700">
            <a:solidFill>
              <a:srgbClr val="F0A059"/>
            </a:solidFill>
            <a:headEnd type="triangle" w="sm" len="sm"/>
            <a:tailEnd type="none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5" name="矩形: 圆角 584"/>
          <p:cNvSpPr/>
          <p:nvPr/>
        </p:nvSpPr>
        <p:spPr>
          <a:xfrm>
            <a:off x="520802" y="7544555"/>
            <a:ext cx="5986772" cy="1765123"/>
          </a:xfrm>
          <a:prstGeom prst="roundRect">
            <a:avLst>
              <a:gd name="adj" fmla="val 2372"/>
            </a:avLst>
          </a:prstGeom>
          <a:noFill/>
          <a:ln w="12700">
            <a:solidFill>
              <a:schemeClr val="tx1"/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86" name="组合 585"/>
          <p:cNvGrpSpPr/>
          <p:nvPr/>
        </p:nvGrpSpPr>
        <p:grpSpPr>
          <a:xfrm>
            <a:off x="566614" y="7586077"/>
            <a:ext cx="1710341" cy="1642248"/>
            <a:chOff x="724876" y="991302"/>
            <a:chExt cx="1491812" cy="1436682"/>
          </a:xfrm>
          <a:effectLst/>
        </p:grpSpPr>
        <p:sp>
          <p:nvSpPr>
            <p:cNvPr id="587" name="矩形: 圆顶角 586"/>
            <p:cNvSpPr/>
            <p:nvPr/>
          </p:nvSpPr>
          <p:spPr>
            <a:xfrm>
              <a:off x="724876" y="991302"/>
              <a:ext cx="1491812" cy="263451"/>
            </a:xfrm>
            <a:prstGeom prst="round2SameRect">
              <a:avLst>
                <a:gd name="adj1" fmla="val 10868"/>
                <a:gd name="adj2" fmla="val 0"/>
              </a:avLst>
            </a:prstGeom>
            <a:solidFill>
              <a:srgbClr val="FEF4D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系统功能测试与性能验证</a:t>
              </a:r>
            </a:p>
          </p:txBody>
        </p:sp>
        <p:sp>
          <p:nvSpPr>
            <p:cNvPr id="588" name="矩形: 圆角 587"/>
            <p:cNvSpPr/>
            <p:nvPr/>
          </p:nvSpPr>
          <p:spPr>
            <a:xfrm>
              <a:off x="724876" y="991303"/>
              <a:ext cx="1491811" cy="1436681"/>
            </a:xfrm>
            <a:prstGeom prst="roundRect">
              <a:avLst>
                <a:gd name="adj" fmla="val 2372"/>
              </a:avLst>
            </a:prstGeom>
            <a:noFill/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t" anchorCtr="0"/>
            <a:lstStyle/>
            <a:p>
              <a:endPara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89" name="矩形: 圆角 588"/>
          <p:cNvSpPr/>
          <p:nvPr/>
        </p:nvSpPr>
        <p:spPr>
          <a:xfrm rot="16200000">
            <a:off x="-667345" y="8232128"/>
            <a:ext cx="1758377" cy="383230"/>
          </a:xfrm>
          <a:prstGeom prst="roundRect">
            <a:avLst>
              <a:gd name="adj" fmla="val 10309"/>
            </a:avLst>
          </a:prstGeom>
          <a:solidFill>
            <a:srgbClr val="F9E89C"/>
          </a:solidFill>
          <a:ln w="952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第四阶段  </a:t>
            </a:r>
            <a:endParaRPr lang="en-US" altLang="zh-CN" sz="105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系统测试与论文撰写</a:t>
            </a:r>
          </a:p>
        </p:txBody>
      </p:sp>
      <p:grpSp>
        <p:nvGrpSpPr>
          <p:cNvPr id="590" name="组合 589"/>
          <p:cNvGrpSpPr/>
          <p:nvPr/>
        </p:nvGrpSpPr>
        <p:grpSpPr>
          <a:xfrm>
            <a:off x="2690456" y="7594466"/>
            <a:ext cx="1830433" cy="895997"/>
            <a:chOff x="724876" y="991302"/>
            <a:chExt cx="1491812" cy="895997"/>
          </a:xfrm>
          <a:effectLst/>
        </p:grpSpPr>
        <p:sp>
          <p:nvSpPr>
            <p:cNvPr id="591" name="矩形: 圆顶角 590"/>
            <p:cNvSpPr/>
            <p:nvPr/>
          </p:nvSpPr>
          <p:spPr>
            <a:xfrm>
              <a:off x="724876" y="991302"/>
              <a:ext cx="1491812" cy="263451"/>
            </a:xfrm>
            <a:prstGeom prst="round2SameRect">
              <a:avLst>
                <a:gd name="adj1" fmla="val 6724"/>
                <a:gd name="adj2" fmla="val 0"/>
              </a:avLst>
            </a:prstGeom>
            <a:solidFill>
              <a:srgbClr val="FEF4D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云端数据服务开发</a:t>
              </a:r>
            </a:p>
          </p:txBody>
        </p:sp>
        <p:sp>
          <p:nvSpPr>
            <p:cNvPr id="592" name="矩形: 圆角 591"/>
            <p:cNvSpPr/>
            <p:nvPr/>
          </p:nvSpPr>
          <p:spPr>
            <a:xfrm>
              <a:off x="724876" y="991302"/>
              <a:ext cx="1491811" cy="895997"/>
            </a:xfrm>
            <a:prstGeom prst="roundRect">
              <a:avLst>
                <a:gd name="adj" fmla="val 2372"/>
              </a:avLst>
            </a:prstGeom>
            <a:noFill/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93" name="文本框 592"/>
          <p:cNvSpPr txBox="1"/>
          <p:nvPr/>
        </p:nvSpPr>
        <p:spPr>
          <a:xfrm>
            <a:off x="1884563" y="9004107"/>
            <a:ext cx="386448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900" b="1" i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zh-CN" altLang="en-US" sz="900" b="1" i="1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7" name="文本框 596"/>
          <p:cNvSpPr txBox="1"/>
          <p:nvPr/>
        </p:nvSpPr>
        <p:spPr>
          <a:xfrm>
            <a:off x="2272974" y="8350598"/>
            <a:ext cx="417481" cy="33855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理论基础</a:t>
            </a: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98" name="文本框 597"/>
          <p:cNvSpPr txBox="1"/>
          <p:nvPr/>
        </p:nvSpPr>
        <p:spPr>
          <a:xfrm>
            <a:off x="3103956" y="8278807"/>
            <a:ext cx="611240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API</a:t>
            </a:r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接口</a:t>
            </a: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44" name="矩形: 圆角 643"/>
          <p:cNvSpPr/>
          <p:nvPr/>
        </p:nvSpPr>
        <p:spPr>
          <a:xfrm>
            <a:off x="2758370" y="7928643"/>
            <a:ext cx="525446" cy="156676"/>
          </a:xfrm>
          <a:prstGeom prst="roundRect">
            <a:avLst/>
          </a:prstGeom>
          <a:solidFill>
            <a:srgbClr val="FCE69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数据流上传</a:t>
            </a:r>
          </a:p>
        </p:txBody>
      </p:sp>
      <p:sp>
        <p:nvSpPr>
          <p:cNvPr id="658" name="文本框 657"/>
          <p:cNvSpPr txBox="1"/>
          <p:nvPr/>
        </p:nvSpPr>
        <p:spPr>
          <a:xfrm>
            <a:off x="714503" y="7884642"/>
            <a:ext cx="1349722" cy="275588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示波器采样率测试</a:t>
            </a:r>
            <a:endParaRPr lang="en-US" altLang="zh-CN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9" name="文本框 658"/>
          <p:cNvSpPr txBox="1"/>
          <p:nvPr/>
        </p:nvSpPr>
        <p:spPr>
          <a:xfrm>
            <a:off x="714503" y="8721815"/>
            <a:ext cx="1349722" cy="483337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万用表测量精度测试</a:t>
            </a:r>
            <a:endParaRPr lang="en-US" altLang="zh-CN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无线串口通信测试</a:t>
            </a:r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6" name="矩形: 圆角 665"/>
          <p:cNvSpPr/>
          <p:nvPr/>
        </p:nvSpPr>
        <p:spPr>
          <a:xfrm>
            <a:off x="695120" y="8346975"/>
            <a:ext cx="543981" cy="223638"/>
          </a:xfrm>
          <a:prstGeom prst="roundRect">
            <a:avLst/>
          </a:prstGeom>
          <a:solidFill>
            <a:srgbClr val="FDF3D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采样频率</a:t>
            </a:r>
          </a:p>
        </p:txBody>
      </p:sp>
      <p:sp>
        <p:nvSpPr>
          <p:cNvPr id="667" name="矩形: 圆角 666"/>
          <p:cNvSpPr/>
          <p:nvPr/>
        </p:nvSpPr>
        <p:spPr>
          <a:xfrm>
            <a:off x="1604019" y="8346975"/>
            <a:ext cx="543981" cy="223638"/>
          </a:xfrm>
          <a:prstGeom prst="roundRect">
            <a:avLst/>
          </a:prstGeom>
          <a:solidFill>
            <a:srgbClr val="FFDB6C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信号频率</a:t>
            </a:r>
          </a:p>
        </p:txBody>
      </p:sp>
      <p:sp>
        <p:nvSpPr>
          <p:cNvPr id="668" name="图形 32"/>
          <p:cNvSpPr/>
          <p:nvPr/>
        </p:nvSpPr>
        <p:spPr>
          <a:xfrm rot="1747352">
            <a:off x="1258129" y="8106617"/>
            <a:ext cx="366926" cy="313376"/>
          </a:xfrm>
          <a:custGeom>
            <a:avLst/>
            <a:gdLst>
              <a:gd name="connsiteX0" fmla="*/ 503717 w 712577"/>
              <a:gd name="connsiteY0" fmla="*/ 121897 h 568167"/>
              <a:gd name="connsiteX1" fmla="*/ 503717 w 712577"/>
              <a:gd name="connsiteY1" fmla="*/ -545 h 568167"/>
              <a:gd name="connsiteX2" fmla="*/ 712413 w 712577"/>
              <a:gd name="connsiteY2" fmla="*/ 197019 h 568167"/>
              <a:gd name="connsiteX3" fmla="*/ 503717 w 712577"/>
              <a:gd name="connsiteY3" fmla="*/ 395087 h 568167"/>
              <a:gd name="connsiteX4" fmla="*/ 503717 w 712577"/>
              <a:gd name="connsiteY4" fmla="*/ 271024 h 568167"/>
              <a:gd name="connsiteX5" fmla="*/ 11246 w 712577"/>
              <a:gd name="connsiteY5" fmla="*/ 567623 h 568167"/>
              <a:gd name="connsiteX6" fmla="*/ -164 w 712577"/>
              <a:gd name="connsiteY6" fmla="*/ 493077 h 568167"/>
              <a:gd name="connsiteX7" fmla="*/ 503679 w 712577"/>
              <a:gd name="connsiteY7" fmla="*/ 121897 h 56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2577" h="568167">
                <a:moveTo>
                  <a:pt x="503717" y="121897"/>
                </a:moveTo>
                <a:lnTo>
                  <a:pt x="503717" y="-545"/>
                </a:lnTo>
                <a:lnTo>
                  <a:pt x="712413" y="197019"/>
                </a:lnTo>
                <a:lnTo>
                  <a:pt x="503717" y="395087"/>
                </a:lnTo>
                <a:lnTo>
                  <a:pt x="503717" y="271024"/>
                </a:lnTo>
                <a:cubicBezTo>
                  <a:pt x="258166" y="288346"/>
                  <a:pt x="59474" y="409996"/>
                  <a:pt x="11246" y="567623"/>
                </a:cubicBezTo>
                <a:cubicBezTo>
                  <a:pt x="3826" y="543393"/>
                  <a:pt x="-16" y="518304"/>
                  <a:pt x="-164" y="493077"/>
                </a:cubicBezTo>
                <a:cubicBezTo>
                  <a:pt x="-164" y="300771"/>
                  <a:pt x="220436" y="142172"/>
                  <a:pt x="503679" y="121897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FDF3D4"/>
              </a:gs>
            </a:gsLst>
            <a:lin ang="5400000" scaled="1"/>
          </a:gradFill>
          <a:ln w="605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69" name="图形 32"/>
          <p:cNvSpPr/>
          <p:nvPr/>
        </p:nvSpPr>
        <p:spPr>
          <a:xfrm rot="12618202">
            <a:off x="1238321" y="8516324"/>
            <a:ext cx="366926" cy="313376"/>
          </a:xfrm>
          <a:custGeom>
            <a:avLst/>
            <a:gdLst>
              <a:gd name="connsiteX0" fmla="*/ 503717 w 712577"/>
              <a:gd name="connsiteY0" fmla="*/ 121897 h 568167"/>
              <a:gd name="connsiteX1" fmla="*/ 503717 w 712577"/>
              <a:gd name="connsiteY1" fmla="*/ -545 h 568167"/>
              <a:gd name="connsiteX2" fmla="*/ 712413 w 712577"/>
              <a:gd name="connsiteY2" fmla="*/ 197019 h 568167"/>
              <a:gd name="connsiteX3" fmla="*/ 503717 w 712577"/>
              <a:gd name="connsiteY3" fmla="*/ 395087 h 568167"/>
              <a:gd name="connsiteX4" fmla="*/ 503717 w 712577"/>
              <a:gd name="connsiteY4" fmla="*/ 271024 h 568167"/>
              <a:gd name="connsiteX5" fmla="*/ 11246 w 712577"/>
              <a:gd name="connsiteY5" fmla="*/ 567623 h 568167"/>
              <a:gd name="connsiteX6" fmla="*/ -164 w 712577"/>
              <a:gd name="connsiteY6" fmla="*/ 493077 h 568167"/>
              <a:gd name="connsiteX7" fmla="*/ 503679 w 712577"/>
              <a:gd name="connsiteY7" fmla="*/ 121897 h 56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2577" h="568167">
                <a:moveTo>
                  <a:pt x="503717" y="121897"/>
                </a:moveTo>
                <a:lnTo>
                  <a:pt x="503717" y="-545"/>
                </a:lnTo>
                <a:lnTo>
                  <a:pt x="712413" y="197019"/>
                </a:lnTo>
                <a:lnTo>
                  <a:pt x="503717" y="395087"/>
                </a:lnTo>
                <a:lnTo>
                  <a:pt x="503717" y="271024"/>
                </a:lnTo>
                <a:cubicBezTo>
                  <a:pt x="258166" y="288346"/>
                  <a:pt x="59474" y="409996"/>
                  <a:pt x="11246" y="567623"/>
                </a:cubicBezTo>
                <a:cubicBezTo>
                  <a:pt x="3826" y="543393"/>
                  <a:pt x="-16" y="518304"/>
                  <a:pt x="-164" y="493077"/>
                </a:cubicBezTo>
                <a:cubicBezTo>
                  <a:pt x="-164" y="300771"/>
                  <a:pt x="220436" y="142172"/>
                  <a:pt x="503679" y="121897"/>
                </a:cubicBezTo>
                <a:close/>
              </a:path>
            </a:pathLst>
          </a:custGeom>
          <a:gradFill>
            <a:gsLst>
              <a:gs pos="0">
                <a:srgbClr val="FDF3D4"/>
              </a:gs>
              <a:gs pos="100000">
                <a:srgbClr val="FFC000"/>
              </a:gs>
            </a:gsLst>
            <a:lin ang="5400000" scaled="1"/>
          </a:gradFill>
          <a:ln w="605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670" name="连接符: 肘形 669"/>
          <p:cNvCxnSpPr/>
          <p:nvPr/>
        </p:nvCxnSpPr>
        <p:spPr>
          <a:xfrm>
            <a:off x="2069673" y="7347057"/>
            <a:ext cx="640378" cy="386383"/>
          </a:xfrm>
          <a:prstGeom prst="bentConnector3">
            <a:avLst>
              <a:gd name="adj1" fmla="val 50000"/>
            </a:avLst>
          </a:prstGeom>
          <a:ln w="12700">
            <a:gradFill>
              <a:gsLst>
                <a:gs pos="0">
                  <a:srgbClr val="F0A059"/>
                </a:gs>
                <a:gs pos="100000">
                  <a:srgbClr val="FCE69B"/>
                </a:gs>
              </a:gsLst>
              <a:lin ang="5400000" scaled="1"/>
            </a:gradFill>
            <a:headEnd type="oval" w="sm" len="sm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3" name="文本框 672"/>
          <p:cNvSpPr txBox="1"/>
          <p:nvPr/>
        </p:nvSpPr>
        <p:spPr>
          <a:xfrm>
            <a:off x="2692014" y="8259631"/>
            <a:ext cx="386448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900" b="1" i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</a:t>
            </a:r>
            <a:endParaRPr lang="zh-CN" altLang="en-US" sz="900" b="1" i="1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74" name="直接箭头连接符 673"/>
          <p:cNvCxnSpPr/>
          <p:nvPr/>
        </p:nvCxnSpPr>
        <p:spPr>
          <a:xfrm>
            <a:off x="2289987" y="8334682"/>
            <a:ext cx="400468" cy="0"/>
          </a:xfrm>
          <a:prstGeom prst="straightConnector1">
            <a:avLst/>
          </a:prstGeom>
          <a:ln w="12700">
            <a:solidFill>
              <a:srgbClr val="FCE69B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7" name="矩形: 圆角 676"/>
          <p:cNvSpPr/>
          <p:nvPr/>
        </p:nvSpPr>
        <p:spPr>
          <a:xfrm>
            <a:off x="3351945" y="7928643"/>
            <a:ext cx="525446" cy="156676"/>
          </a:xfrm>
          <a:prstGeom prst="roundRect">
            <a:avLst/>
          </a:prstGeom>
          <a:solidFill>
            <a:srgbClr val="FCE69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文件查询</a:t>
            </a:r>
          </a:p>
        </p:txBody>
      </p:sp>
      <p:sp>
        <p:nvSpPr>
          <p:cNvPr id="679" name="矩形: 圆角 678"/>
          <p:cNvSpPr/>
          <p:nvPr/>
        </p:nvSpPr>
        <p:spPr>
          <a:xfrm>
            <a:off x="3945520" y="7928643"/>
            <a:ext cx="525446" cy="156676"/>
          </a:xfrm>
          <a:prstGeom prst="roundRect">
            <a:avLst/>
          </a:prstGeom>
          <a:solidFill>
            <a:srgbClr val="FCE69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自动上报</a:t>
            </a:r>
          </a:p>
        </p:txBody>
      </p:sp>
      <p:sp>
        <p:nvSpPr>
          <p:cNvPr id="686" name="图形 32"/>
          <p:cNvSpPr/>
          <p:nvPr/>
        </p:nvSpPr>
        <p:spPr>
          <a:xfrm rot="19852648" flipV="1">
            <a:off x="3182427" y="8027976"/>
            <a:ext cx="366926" cy="313376"/>
          </a:xfrm>
          <a:custGeom>
            <a:avLst/>
            <a:gdLst>
              <a:gd name="connsiteX0" fmla="*/ 503717 w 712577"/>
              <a:gd name="connsiteY0" fmla="*/ 121897 h 568167"/>
              <a:gd name="connsiteX1" fmla="*/ 503717 w 712577"/>
              <a:gd name="connsiteY1" fmla="*/ -545 h 568167"/>
              <a:gd name="connsiteX2" fmla="*/ 712413 w 712577"/>
              <a:gd name="connsiteY2" fmla="*/ 197019 h 568167"/>
              <a:gd name="connsiteX3" fmla="*/ 503717 w 712577"/>
              <a:gd name="connsiteY3" fmla="*/ 395087 h 568167"/>
              <a:gd name="connsiteX4" fmla="*/ 503717 w 712577"/>
              <a:gd name="connsiteY4" fmla="*/ 271024 h 568167"/>
              <a:gd name="connsiteX5" fmla="*/ 11246 w 712577"/>
              <a:gd name="connsiteY5" fmla="*/ 567623 h 568167"/>
              <a:gd name="connsiteX6" fmla="*/ -164 w 712577"/>
              <a:gd name="connsiteY6" fmla="*/ 493077 h 568167"/>
              <a:gd name="connsiteX7" fmla="*/ 503679 w 712577"/>
              <a:gd name="connsiteY7" fmla="*/ 121897 h 56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2577" h="568167">
                <a:moveTo>
                  <a:pt x="503717" y="121897"/>
                </a:moveTo>
                <a:lnTo>
                  <a:pt x="503717" y="-545"/>
                </a:lnTo>
                <a:lnTo>
                  <a:pt x="712413" y="197019"/>
                </a:lnTo>
                <a:lnTo>
                  <a:pt x="503717" y="395087"/>
                </a:lnTo>
                <a:lnTo>
                  <a:pt x="503717" y="271024"/>
                </a:lnTo>
                <a:cubicBezTo>
                  <a:pt x="258166" y="288346"/>
                  <a:pt x="59474" y="409996"/>
                  <a:pt x="11246" y="567623"/>
                </a:cubicBezTo>
                <a:cubicBezTo>
                  <a:pt x="3826" y="543393"/>
                  <a:pt x="-16" y="518304"/>
                  <a:pt x="-164" y="493077"/>
                </a:cubicBezTo>
                <a:cubicBezTo>
                  <a:pt x="-164" y="300771"/>
                  <a:pt x="220436" y="142172"/>
                  <a:pt x="503679" y="121897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FDF3D4"/>
              </a:gs>
            </a:gsLst>
            <a:lin ang="5400000" scaled="1"/>
          </a:gradFill>
          <a:ln w="605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87" name="图形 32"/>
          <p:cNvSpPr/>
          <p:nvPr/>
        </p:nvSpPr>
        <p:spPr>
          <a:xfrm rot="19852648" flipV="1">
            <a:off x="3798320" y="8027976"/>
            <a:ext cx="366926" cy="313376"/>
          </a:xfrm>
          <a:custGeom>
            <a:avLst/>
            <a:gdLst>
              <a:gd name="connsiteX0" fmla="*/ 503717 w 712577"/>
              <a:gd name="connsiteY0" fmla="*/ 121897 h 568167"/>
              <a:gd name="connsiteX1" fmla="*/ 503717 w 712577"/>
              <a:gd name="connsiteY1" fmla="*/ -545 h 568167"/>
              <a:gd name="connsiteX2" fmla="*/ 712413 w 712577"/>
              <a:gd name="connsiteY2" fmla="*/ 197019 h 568167"/>
              <a:gd name="connsiteX3" fmla="*/ 503717 w 712577"/>
              <a:gd name="connsiteY3" fmla="*/ 395087 h 568167"/>
              <a:gd name="connsiteX4" fmla="*/ 503717 w 712577"/>
              <a:gd name="connsiteY4" fmla="*/ 271024 h 568167"/>
              <a:gd name="connsiteX5" fmla="*/ 11246 w 712577"/>
              <a:gd name="connsiteY5" fmla="*/ 567623 h 568167"/>
              <a:gd name="connsiteX6" fmla="*/ -164 w 712577"/>
              <a:gd name="connsiteY6" fmla="*/ 493077 h 568167"/>
              <a:gd name="connsiteX7" fmla="*/ 503679 w 712577"/>
              <a:gd name="connsiteY7" fmla="*/ 121897 h 56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2577" h="568167">
                <a:moveTo>
                  <a:pt x="503717" y="121897"/>
                </a:moveTo>
                <a:lnTo>
                  <a:pt x="503717" y="-545"/>
                </a:lnTo>
                <a:lnTo>
                  <a:pt x="712413" y="197019"/>
                </a:lnTo>
                <a:lnTo>
                  <a:pt x="503717" y="395087"/>
                </a:lnTo>
                <a:lnTo>
                  <a:pt x="503717" y="271024"/>
                </a:lnTo>
                <a:cubicBezTo>
                  <a:pt x="258166" y="288346"/>
                  <a:pt x="59474" y="409996"/>
                  <a:pt x="11246" y="567623"/>
                </a:cubicBezTo>
                <a:cubicBezTo>
                  <a:pt x="3826" y="543393"/>
                  <a:pt x="-16" y="518304"/>
                  <a:pt x="-164" y="493077"/>
                </a:cubicBezTo>
                <a:cubicBezTo>
                  <a:pt x="-164" y="300771"/>
                  <a:pt x="220436" y="142172"/>
                  <a:pt x="503679" y="121897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FDF3D4"/>
              </a:gs>
            </a:gsLst>
            <a:lin ang="5400000" scaled="1"/>
          </a:gradFill>
          <a:ln w="605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88" name="文本框 687"/>
          <p:cNvSpPr txBox="1"/>
          <p:nvPr/>
        </p:nvSpPr>
        <p:spPr>
          <a:xfrm>
            <a:off x="3535699" y="8278807"/>
            <a:ext cx="975180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+Sd</a:t>
            </a:r>
            <a:r>
              <a:rPr lang="zh-CN" altLang="en-US" sz="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卡本地存储</a:t>
            </a:r>
            <a:endParaRPr lang="en-US" altLang="zh-CN" sz="8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689" name="组合 688"/>
          <p:cNvGrpSpPr/>
          <p:nvPr/>
        </p:nvGrpSpPr>
        <p:grpSpPr>
          <a:xfrm>
            <a:off x="4632929" y="7594466"/>
            <a:ext cx="1830433" cy="895997"/>
            <a:chOff x="724876" y="991302"/>
            <a:chExt cx="1491812" cy="895997"/>
          </a:xfrm>
          <a:effectLst/>
        </p:grpSpPr>
        <p:sp>
          <p:nvSpPr>
            <p:cNvPr id="690" name="矩形: 圆顶角 689"/>
            <p:cNvSpPr/>
            <p:nvPr/>
          </p:nvSpPr>
          <p:spPr>
            <a:xfrm>
              <a:off x="724876" y="991302"/>
              <a:ext cx="1491812" cy="263451"/>
            </a:xfrm>
            <a:prstGeom prst="round2SameRect">
              <a:avLst>
                <a:gd name="adj1" fmla="val 6724"/>
                <a:gd name="adj2" fmla="val 0"/>
              </a:avLst>
            </a:prstGeom>
            <a:solidFill>
              <a:srgbClr val="FEF4D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Web</a:t>
              </a:r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前端开发</a:t>
              </a:r>
            </a:p>
          </p:txBody>
        </p:sp>
        <p:sp>
          <p:nvSpPr>
            <p:cNvPr id="691" name="矩形: 圆角 690"/>
            <p:cNvSpPr/>
            <p:nvPr/>
          </p:nvSpPr>
          <p:spPr>
            <a:xfrm>
              <a:off x="724876" y="991302"/>
              <a:ext cx="1491811" cy="895997"/>
            </a:xfrm>
            <a:prstGeom prst="roundRect">
              <a:avLst>
                <a:gd name="adj" fmla="val 2372"/>
              </a:avLst>
            </a:prstGeom>
            <a:noFill/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92" name="文本框 691"/>
          <p:cNvSpPr txBox="1"/>
          <p:nvPr/>
        </p:nvSpPr>
        <p:spPr>
          <a:xfrm>
            <a:off x="4918502" y="8278807"/>
            <a:ext cx="810811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JavaScript</a:t>
            </a:r>
          </a:p>
        </p:txBody>
      </p:sp>
      <p:sp>
        <p:nvSpPr>
          <p:cNvPr id="693" name="矩形: 圆角 692"/>
          <p:cNvSpPr/>
          <p:nvPr/>
        </p:nvSpPr>
        <p:spPr>
          <a:xfrm>
            <a:off x="4700843" y="7928643"/>
            <a:ext cx="525446" cy="156676"/>
          </a:xfrm>
          <a:prstGeom prst="roundRect">
            <a:avLst/>
          </a:prstGeom>
          <a:solidFill>
            <a:srgbClr val="FCE69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数据显示</a:t>
            </a:r>
          </a:p>
        </p:txBody>
      </p:sp>
      <p:sp>
        <p:nvSpPr>
          <p:cNvPr id="694" name="文本框 693"/>
          <p:cNvSpPr txBox="1"/>
          <p:nvPr/>
        </p:nvSpPr>
        <p:spPr>
          <a:xfrm>
            <a:off x="4634487" y="8259631"/>
            <a:ext cx="386448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900" b="1" i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4.2</a:t>
            </a:r>
            <a:endParaRPr lang="zh-CN" altLang="en-US" sz="900" b="1" i="1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5" name="矩形: 圆角 694"/>
          <p:cNvSpPr/>
          <p:nvPr/>
        </p:nvSpPr>
        <p:spPr>
          <a:xfrm>
            <a:off x="5294418" y="7928643"/>
            <a:ext cx="525446" cy="156676"/>
          </a:xfrm>
          <a:prstGeom prst="roundRect">
            <a:avLst/>
          </a:prstGeom>
          <a:solidFill>
            <a:srgbClr val="FCE69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波形可视化</a:t>
            </a:r>
          </a:p>
        </p:txBody>
      </p:sp>
      <p:sp>
        <p:nvSpPr>
          <p:cNvPr id="696" name="矩形: 圆角 695"/>
          <p:cNvSpPr/>
          <p:nvPr/>
        </p:nvSpPr>
        <p:spPr>
          <a:xfrm>
            <a:off x="5887993" y="7928643"/>
            <a:ext cx="525446" cy="156676"/>
          </a:xfrm>
          <a:prstGeom prst="roundRect">
            <a:avLst/>
          </a:prstGeom>
          <a:solidFill>
            <a:srgbClr val="FCE69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信号分析</a:t>
            </a:r>
          </a:p>
        </p:txBody>
      </p:sp>
      <p:sp>
        <p:nvSpPr>
          <p:cNvPr id="697" name="图形 32"/>
          <p:cNvSpPr/>
          <p:nvPr/>
        </p:nvSpPr>
        <p:spPr>
          <a:xfrm rot="19852648" flipV="1">
            <a:off x="5124900" y="8027976"/>
            <a:ext cx="366926" cy="313376"/>
          </a:xfrm>
          <a:custGeom>
            <a:avLst/>
            <a:gdLst>
              <a:gd name="connsiteX0" fmla="*/ 503717 w 712577"/>
              <a:gd name="connsiteY0" fmla="*/ 121897 h 568167"/>
              <a:gd name="connsiteX1" fmla="*/ 503717 w 712577"/>
              <a:gd name="connsiteY1" fmla="*/ -545 h 568167"/>
              <a:gd name="connsiteX2" fmla="*/ 712413 w 712577"/>
              <a:gd name="connsiteY2" fmla="*/ 197019 h 568167"/>
              <a:gd name="connsiteX3" fmla="*/ 503717 w 712577"/>
              <a:gd name="connsiteY3" fmla="*/ 395087 h 568167"/>
              <a:gd name="connsiteX4" fmla="*/ 503717 w 712577"/>
              <a:gd name="connsiteY4" fmla="*/ 271024 h 568167"/>
              <a:gd name="connsiteX5" fmla="*/ 11246 w 712577"/>
              <a:gd name="connsiteY5" fmla="*/ 567623 h 568167"/>
              <a:gd name="connsiteX6" fmla="*/ -164 w 712577"/>
              <a:gd name="connsiteY6" fmla="*/ 493077 h 568167"/>
              <a:gd name="connsiteX7" fmla="*/ 503679 w 712577"/>
              <a:gd name="connsiteY7" fmla="*/ 121897 h 56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2577" h="568167">
                <a:moveTo>
                  <a:pt x="503717" y="121897"/>
                </a:moveTo>
                <a:lnTo>
                  <a:pt x="503717" y="-545"/>
                </a:lnTo>
                <a:lnTo>
                  <a:pt x="712413" y="197019"/>
                </a:lnTo>
                <a:lnTo>
                  <a:pt x="503717" y="395087"/>
                </a:lnTo>
                <a:lnTo>
                  <a:pt x="503717" y="271024"/>
                </a:lnTo>
                <a:cubicBezTo>
                  <a:pt x="258166" y="288346"/>
                  <a:pt x="59474" y="409996"/>
                  <a:pt x="11246" y="567623"/>
                </a:cubicBezTo>
                <a:cubicBezTo>
                  <a:pt x="3826" y="543393"/>
                  <a:pt x="-16" y="518304"/>
                  <a:pt x="-164" y="493077"/>
                </a:cubicBezTo>
                <a:cubicBezTo>
                  <a:pt x="-164" y="300771"/>
                  <a:pt x="220436" y="142172"/>
                  <a:pt x="503679" y="121897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FDF3D4"/>
              </a:gs>
            </a:gsLst>
            <a:lin ang="5400000" scaled="1"/>
          </a:gradFill>
          <a:ln w="605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98" name="图形 32"/>
          <p:cNvSpPr/>
          <p:nvPr/>
        </p:nvSpPr>
        <p:spPr>
          <a:xfrm rot="19852648" flipV="1">
            <a:off x="5740793" y="8027976"/>
            <a:ext cx="366926" cy="313376"/>
          </a:xfrm>
          <a:custGeom>
            <a:avLst/>
            <a:gdLst>
              <a:gd name="connsiteX0" fmla="*/ 503717 w 712577"/>
              <a:gd name="connsiteY0" fmla="*/ 121897 h 568167"/>
              <a:gd name="connsiteX1" fmla="*/ 503717 w 712577"/>
              <a:gd name="connsiteY1" fmla="*/ -545 h 568167"/>
              <a:gd name="connsiteX2" fmla="*/ 712413 w 712577"/>
              <a:gd name="connsiteY2" fmla="*/ 197019 h 568167"/>
              <a:gd name="connsiteX3" fmla="*/ 503717 w 712577"/>
              <a:gd name="connsiteY3" fmla="*/ 395087 h 568167"/>
              <a:gd name="connsiteX4" fmla="*/ 503717 w 712577"/>
              <a:gd name="connsiteY4" fmla="*/ 271024 h 568167"/>
              <a:gd name="connsiteX5" fmla="*/ 11246 w 712577"/>
              <a:gd name="connsiteY5" fmla="*/ 567623 h 568167"/>
              <a:gd name="connsiteX6" fmla="*/ -164 w 712577"/>
              <a:gd name="connsiteY6" fmla="*/ 493077 h 568167"/>
              <a:gd name="connsiteX7" fmla="*/ 503679 w 712577"/>
              <a:gd name="connsiteY7" fmla="*/ 121897 h 568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2577" h="568167">
                <a:moveTo>
                  <a:pt x="503717" y="121897"/>
                </a:moveTo>
                <a:lnTo>
                  <a:pt x="503717" y="-545"/>
                </a:lnTo>
                <a:lnTo>
                  <a:pt x="712413" y="197019"/>
                </a:lnTo>
                <a:lnTo>
                  <a:pt x="503717" y="395087"/>
                </a:lnTo>
                <a:lnTo>
                  <a:pt x="503717" y="271024"/>
                </a:lnTo>
                <a:cubicBezTo>
                  <a:pt x="258166" y="288346"/>
                  <a:pt x="59474" y="409996"/>
                  <a:pt x="11246" y="567623"/>
                </a:cubicBezTo>
                <a:cubicBezTo>
                  <a:pt x="3826" y="543393"/>
                  <a:pt x="-16" y="518304"/>
                  <a:pt x="-164" y="493077"/>
                </a:cubicBezTo>
                <a:cubicBezTo>
                  <a:pt x="-164" y="300771"/>
                  <a:pt x="220436" y="142172"/>
                  <a:pt x="503679" y="121897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FDF3D4"/>
              </a:gs>
            </a:gsLst>
            <a:lin ang="5400000" scaled="1"/>
          </a:gradFill>
          <a:ln w="6055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99" name="文本框 698"/>
          <p:cNvSpPr txBox="1"/>
          <p:nvPr/>
        </p:nvSpPr>
        <p:spPr>
          <a:xfrm>
            <a:off x="5478172" y="8278807"/>
            <a:ext cx="1029400" cy="21544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+</a:t>
            </a:r>
            <a:r>
              <a:rPr lang="zh-CN" altLang="en-US" sz="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端 </a:t>
            </a:r>
            <a:r>
              <a:rPr lang="en-US" altLang="zh-CN" sz="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– </a:t>
            </a:r>
            <a:r>
              <a:rPr lang="zh-CN" altLang="en-US" sz="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云 </a:t>
            </a:r>
            <a:r>
              <a:rPr lang="en-US" altLang="zh-CN" sz="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– </a:t>
            </a:r>
            <a:r>
              <a:rPr lang="zh-CN" altLang="en-US" sz="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端集成</a:t>
            </a:r>
            <a:endParaRPr lang="en-US" altLang="zh-CN" sz="8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00" name="文本框 699"/>
          <p:cNvSpPr txBox="1"/>
          <p:nvPr/>
        </p:nvSpPr>
        <p:spPr>
          <a:xfrm>
            <a:off x="4427860" y="7884642"/>
            <a:ext cx="417481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+</a:t>
            </a:r>
          </a:p>
        </p:txBody>
      </p:sp>
      <p:grpSp>
        <p:nvGrpSpPr>
          <p:cNvPr id="701" name="组合 700"/>
          <p:cNvGrpSpPr/>
          <p:nvPr/>
        </p:nvGrpSpPr>
        <p:grpSpPr>
          <a:xfrm>
            <a:off x="2690455" y="8531760"/>
            <a:ext cx="3772907" cy="661803"/>
            <a:chOff x="724876" y="991302"/>
            <a:chExt cx="1491812" cy="661803"/>
          </a:xfrm>
          <a:effectLst/>
        </p:grpSpPr>
        <p:sp>
          <p:nvSpPr>
            <p:cNvPr id="702" name="矩形: 圆顶角 701"/>
            <p:cNvSpPr/>
            <p:nvPr/>
          </p:nvSpPr>
          <p:spPr>
            <a:xfrm>
              <a:off x="724876" y="991302"/>
              <a:ext cx="1491812" cy="263451"/>
            </a:xfrm>
            <a:prstGeom prst="round2SameRect">
              <a:avLst>
                <a:gd name="adj1" fmla="val 6724"/>
                <a:gd name="adj2" fmla="val 0"/>
              </a:avLst>
            </a:prstGeom>
            <a:solidFill>
              <a:srgbClr val="FEF4D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系统整体集成与论文撰写</a:t>
              </a:r>
            </a:p>
          </p:txBody>
        </p:sp>
        <p:sp>
          <p:nvSpPr>
            <p:cNvPr id="703" name="矩形: 圆角 702"/>
            <p:cNvSpPr/>
            <p:nvPr/>
          </p:nvSpPr>
          <p:spPr>
            <a:xfrm>
              <a:off x="724876" y="991303"/>
              <a:ext cx="1491811" cy="661802"/>
            </a:xfrm>
            <a:prstGeom prst="roundRect">
              <a:avLst>
                <a:gd name="adj" fmla="val 2372"/>
              </a:avLst>
            </a:prstGeom>
            <a:noFill/>
            <a:ln w="952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04" name="文本框 703"/>
          <p:cNvSpPr txBox="1"/>
          <p:nvPr/>
        </p:nvSpPr>
        <p:spPr>
          <a:xfrm>
            <a:off x="6019269" y="8557526"/>
            <a:ext cx="386448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900" b="1" i="1" dirty="0">
                <a:solidFill>
                  <a:schemeClr val="accent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4.4</a:t>
            </a:r>
            <a:endParaRPr lang="zh-CN" altLang="en-US" sz="900" b="1" i="1" dirty="0">
              <a:solidFill>
                <a:schemeClr val="accent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5" name="矩形: 圆角 704"/>
          <p:cNvSpPr/>
          <p:nvPr/>
        </p:nvSpPr>
        <p:spPr>
          <a:xfrm>
            <a:off x="2758370" y="8927999"/>
            <a:ext cx="525446" cy="156676"/>
          </a:xfrm>
          <a:prstGeom prst="roundRect">
            <a:avLst/>
          </a:prstGeom>
          <a:solidFill>
            <a:srgbClr val="FCE69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硬件系统</a:t>
            </a:r>
          </a:p>
        </p:txBody>
      </p:sp>
      <p:sp>
        <p:nvSpPr>
          <p:cNvPr id="706" name="矩形: 圆角 705"/>
          <p:cNvSpPr/>
          <p:nvPr/>
        </p:nvSpPr>
        <p:spPr>
          <a:xfrm>
            <a:off x="3657060" y="8927999"/>
            <a:ext cx="525446" cy="156676"/>
          </a:xfrm>
          <a:prstGeom prst="roundRect">
            <a:avLst/>
          </a:prstGeom>
          <a:solidFill>
            <a:srgbClr val="FCE69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软件系统</a:t>
            </a:r>
          </a:p>
        </p:txBody>
      </p:sp>
      <p:sp>
        <p:nvSpPr>
          <p:cNvPr id="707" name="矩形: 圆角 706"/>
          <p:cNvSpPr/>
          <p:nvPr/>
        </p:nvSpPr>
        <p:spPr>
          <a:xfrm>
            <a:off x="4611772" y="8927999"/>
            <a:ext cx="761003" cy="156676"/>
          </a:xfrm>
          <a:prstGeom prst="roundRect">
            <a:avLst/>
          </a:prstGeom>
          <a:solidFill>
            <a:srgbClr val="FCE69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整体功能验证</a:t>
            </a:r>
          </a:p>
        </p:txBody>
      </p:sp>
      <p:sp>
        <p:nvSpPr>
          <p:cNvPr id="708" name="矩形: 圆角 707"/>
          <p:cNvSpPr/>
          <p:nvPr/>
        </p:nvSpPr>
        <p:spPr>
          <a:xfrm>
            <a:off x="5509747" y="8927999"/>
            <a:ext cx="903692" cy="156676"/>
          </a:xfrm>
          <a:prstGeom prst="roundRect">
            <a:avLst/>
          </a:prstGeom>
          <a:solidFill>
            <a:srgbClr val="FCE69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毕业设计论文</a:t>
            </a:r>
            <a:endParaRPr lang="zh-CN" altLang="en-US" sz="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0" name="文本框 709"/>
          <p:cNvSpPr txBox="1"/>
          <p:nvPr/>
        </p:nvSpPr>
        <p:spPr>
          <a:xfrm>
            <a:off x="3325668" y="8877149"/>
            <a:ext cx="417481" cy="253916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711" name="直接箭头连接符 710"/>
          <p:cNvCxnSpPr/>
          <p:nvPr/>
        </p:nvCxnSpPr>
        <p:spPr>
          <a:xfrm>
            <a:off x="4208243" y="9004107"/>
            <a:ext cx="4004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2" name="文本框 711"/>
          <p:cNvSpPr txBox="1"/>
          <p:nvPr/>
        </p:nvSpPr>
        <p:spPr>
          <a:xfrm>
            <a:off x="6650025" y="2189404"/>
            <a:ext cx="258353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方法对应</a:t>
            </a: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733" name="直接连接符 732"/>
          <p:cNvCxnSpPr/>
          <p:nvPr/>
        </p:nvCxnSpPr>
        <p:spPr>
          <a:xfrm>
            <a:off x="6495583" y="1518773"/>
            <a:ext cx="154442" cy="0"/>
          </a:xfrm>
          <a:prstGeom prst="line">
            <a:avLst/>
          </a:prstGeom>
          <a:ln w="12700">
            <a:solidFill>
              <a:srgbClr val="3B825C"/>
            </a:solidFill>
            <a:head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7" name="直接连接符 736"/>
          <p:cNvCxnSpPr/>
          <p:nvPr/>
        </p:nvCxnSpPr>
        <p:spPr>
          <a:xfrm>
            <a:off x="6650025" y="1518773"/>
            <a:ext cx="0" cy="1720714"/>
          </a:xfrm>
          <a:prstGeom prst="line">
            <a:avLst/>
          </a:prstGeom>
          <a:ln w="12700">
            <a:gradFill>
              <a:gsLst>
                <a:gs pos="0">
                  <a:srgbClr val="3B825C"/>
                </a:gs>
                <a:gs pos="100000">
                  <a:srgbClr val="7030A0"/>
                </a:gs>
              </a:gsLst>
              <a:lin ang="5400000" scaled="1"/>
            </a:gra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8" name="直接连接符 737"/>
          <p:cNvCxnSpPr/>
          <p:nvPr/>
        </p:nvCxnSpPr>
        <p:spPr>
          <a:xfrm flipH="1">
            <a:off x="6453352" y="3234260"/>
            <a:ext cx="196673" cy="0"/>
          </a:xfrm>
          <a:prstGeom prst="line">
            <a:avLst/>
          </a:prstGeom>
          <a:ln w="12700">
            <a:solidFill>
              <a:srgbClr val="7030A0"/>
            </a:solidFill>
            <a:headEnd type="none" w="sm" len="sm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9" name="直接连接符 738"/>
          <p:cNvCxnSpPr/>
          <p:nvPr/>
        </p:nvCxnSpPr>
        <p:spPr>
          <a:xfrm>
            <a:off x="6555329" y="1789302"/>
            <a:ext cx="0" cy="3964164"/>
          </a:xfrm>
          <a:prstGeom prst="line">
            <a:avLst/>
          </a:prstGeom>
          <a:ln w="12700">
            <a:gradFill>
              <a:gsLst>
                <a:gs pos="0">
                  <a:srgbClr val="3B825C"/>
                </a:gs>
                <a:gs pos="100000">
                  <a:srgbClr val="F0A059"/>
                </a:gs>
              </a:gsLst>
              <a:lin ang="5400000" scaled="1"/>
            </a:gra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1" name="直接连接符 740"/>
          <p:cNvCxnSpPr/>
          <p:nvPr/>
        </p:nvCxnSpPr>
        <p:spPr>
          <a:xfrm>
            <a:off x="6495583" y="1794064"/>
            <a:ext cx="59746" cy="0"/>
          </a:xfrm>
          <a:prstGeom prst="line">
            <a:avLst/>
          </a:prstGeom>
          <a:ln w="12700">
            <a:solidFill>
              <a:srgbClr val="3B825C"/>
            </a:solidFill>
            <a:head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直接连接符 744"/>
          <p:cNvCxnSpPr/>
          <p:nvPr/>
        </p:nvCxnSpPr>
        <p:spPr>
          <a:xfrm>
            <a:off x="6495583" y="2087544"/>
            <a:ext cx="59746" cy="0"/>
          </a:xfrm>
          <a:prstGeom prst="line">
            <a:avLst/>
          </a:prstGeom>
          <a:ln w="12700">
            <a:solidFill>
              <a:srgbClr val="3B825C"/>
            </a:solidFill>
            <a:head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6" name="直接连接符 755"/>
          <p:cNvCxnSpPr/>
          <p:nvPr/>
        </p:nvCxnSpPr>
        <p:spPr>
          <a:xfrm>
            <a:off x="6453352" y="5753466"/>
            <a:ext cx="101977" cy="0"/>
          </a:xfrm>
          <a:prstGeom prst="line">
            <a:avLst/>
          </a:prstGeom>
          <a:ln w="12700">
            <a:solidFill>
              <a:srgbClr val="F0A059"/>
            </a:solidFill>
            <a:head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9" name="文本框 768"/>
          <p:cNvSpPr txBox="1"/>
          <p:nvPr/>
        </p:nvSpPr>
        <p:spPr>
          <a:xfrm>
            <a:off x="6512865" y="3778031"/>
            <a:ext cx="258353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方法对应</a:t>
            </a: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770" name="直接连接符 769"/>
          <p:cNvCxnSpPr/>
          <p:nvPr/>
        </p:nvCxnSpPr>
        <p:spPr>
          <a:xfrm flipH="1">
            <a:off x="6453352" y="4569029"/>
            <a:ext cx="196673" cy="0"/>
          </a:xfrm>
          <a:prstGeom prst="line">
            <a:avLst/>
          </a:prstGeom>
          <a:ln w="12700">
            <a:solidFill>
              <a:srgbClr val="7030A0"/>
            </a:solidFill>
            <a:headEnd type="none" w="sm" len="sm"/>
            <a:tailEnd type="oval" w="sm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2" name="文本框 771"/>
          <p:cNvSpPr txBox="1"/>
          <p:nvPr/>
        </p:nvSpPr>
        <p:spPr>
          <a:xfrm>
            <a:off x="6650025" y="6211597"/>
            <a:ext cx="258353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内容结合</a:t>
            </a:r>
            <a:endParaRPr lang="en-US" altLang="zh-CN" sz="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773" name="直接连接符 772"/>
          <p:cNvCxnSpPr/>
          <p:nvPr/>
        </p:nvCxnSpPr>
        <p:spPr>
          <a:xfrm>
            <a:off x="6650025" y="4573226"/>
            <a:ext cx="0" cy="3871935"/>
          </a:xfrm>
          <a:prstGeom prst="line">
            <a:avLst/>
          </a:prstGeom>
          <a:ln w="12700">
            <a:gradFill>
              <a:gsLst>
                <a:gs pos="0">
                  <a:srgbClr val="7030A0"/>
                </a:gs>
                <a:gs pos="100000">
                  <a:srgbClr val="E0DB9D"/>
                </a:gs>
              </a:gsLst>
              <a:lin ang="5400000" scaled="1"/>
            </a:gra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6" name="直接连接符 775"/>
          <p:cNvCxnSpPr/>
          <p:nvPr/>
        </p:nvCxnSpPr>
        <p:spPr>
          <a:xfrm flipH="1">
            <a:off x="6453352" y="8445161"/>
            <a:ext cx="196673" cy="0"/>
          </a:xfrm>
          <a:prstGeom prst="line">
            <a:avLst/>
          </a:prstGeom>
          <a:ln w="12700">
            <a:solidFill>
              <a:srgbClr val="E0DB9D"/>
            </a:solidFill>
            <a:headEnd type="none" w="sm" len="sm"/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文本框 189"/>
          <p:cNvSpPr txBox="1"/>
          <p:nvPr/>
        </p:nvSpPr>
        <p:spPr>
          <a:xfrm>
            <a:off x="6109135" y="7137707"/>
            <a:ext cx="386448" cy="23083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/>
            <a:r>
              <a:rPr lang="en-US" altLang="zh-CN" sz="900" b="1" i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</a:t>
            </a:r>
            <a:endParaRPr lang="zh-CN" altLang="en-US" sz="900" b="1" i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126</TotalTime>
  <Words>401</Words>
  <Application>Microsoft Office PowerPoint</Application>
  <PresentationFormat>A4 纸张(210x297 毫米)</PresentationFormat>
  <Paragraphs>145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微软雅黑</vt:lpstr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博士学长的百宝箱</dc:creator>
  <cp:lastModifiedBy>ack J</cp:lastModifiedBy>
  <cp:revision>47</cp:revision>
  <dcterms:created xsi:type="dcterms:W3CDTF">2024-06-09T07:22:00Z</dcterms:created>
  <dcterms:modified xsi:type="dcterms:W3CDTF">2025-12-19T08:17:20Z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5FE2591614B94259816735D9FA3600CC_12</vt:lpwstr>
  </property>
  <property fmtid="{D5CDD505-2E9C-101B-9397-08002B2CF9AE}" pid="3" name="KSOProductBuildVer">
    <vt:lpwstr>2052-12.1.0.21915</vt:lpwstr>
  </property>
</Properties>
</file>