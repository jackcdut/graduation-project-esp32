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1248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BA912-B458-2DEE-C1E4-24C2F5464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E9ACA8-5E3C-0582-84DA-6A86580E6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723900-1298-239C-7E3A-98D243009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A8FF-59D2-4A08-B386-0DC47DCC0376}" type="datetimeFigureOut">
              <a:rPr lang="zh-CN" altLang="en-US" smtClean="0"/>
              <a:t>2025-10-25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AA8323-FE9E-0FB7-28B8-F08E4711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C23F9B-ADC9-4A97-5232-9B51BDC7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6842-211D-4A94-8C7A-793912470E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678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7A0DBB-2933-0F7D-E4AE-E2F996179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CE8E0A-F91C-A2D6-3D75-B9AA7B5D9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117916-1F6A-00EA-66A6-06E1E07E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A8FF-59D2-4A08-B386-0DC47DCC0376}" type="datetimeFigureOut">
              <a:rPr lang="zh-CN" altLang="en-US" smtClean="0"/>
              <a:t>2025-10-25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D7A51A-812A-5E91-DCCE-C32605FC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3F4B7D-C274-8409-2B2B-1D785632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6842-211D-4A94-8C7A-793912470E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454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BDF11-FFFC-3F95-6D8C-0861FCF6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571AF2-0B6B-8795-A4DC-6F66DBBC7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2A71CB-B5AB-ECF0-5F70-86E9494BA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A8FF-59D2-4A08-B386-0DC47DCC0376}" type="datetimeFigureOut">
              <a:rPr lang="zh-CN" altLang="en-US" smtClean="0"/>
              <a:t>2025-10-25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B82747-B3C0-CD0E-754D-5CD2CC35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7ABEA8-E442-72A5-3744-85FAAD07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6842-211D-4A94-8C7A-793912470E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236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1508B-2A01-C724-946E-6903033F9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B1CD36-F44C-9339-E193-8412FA8E4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C7A6CB-6391-D53A-A043-2CCB986BA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75B5C4-F5CF-AD05-B612-39488972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A8FF-59D2-4A08-B386-0DC47DCC0376}" type="datetimeFigureOut">
              <a:rPr lang="zh-CN" altLang="en-US" smtClean="0"/>
              <a:t>2025-10-25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8F2633-A913-A02B-60D7-FBC4C242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3B26D7-D0FD-4DC0-0F93-76173E12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6842-211D-4A94-8C7A-793912470E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917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A5377-A803-A02B-B5D8-624C1A57A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116491-9E6D-A3B3-85B4-C8D09BFCF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31631-C954-FA86-7886-697D7DD4A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40792D-5EF6-E915-3E7A-3361248731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33F2EF-E33B-C298-7AE4-FE07548E2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F7CC11F-9678-1AE7-55B0-61F6D19C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A8FF-59D2-4A08-B386-0DC47DCC0376}" type="datetimeFigureOut">
              <a:rPr lang="zh-CN" altLang="en-US" smtClean="0"/>
              <a:t>2025-10-25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D141DB-4344-1F01-2BE5-8F697133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7C0A8A-6395-20A0-8F5D-A8358B33E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6842-211D-4A94-8C7A-793912470E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91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78620-A4A7-6790-BD74-82E6EE901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84809D-1C83-7E67-CCC5-63D68912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A8FF-59D2-4A08-B386-0DC47DCC0376}" type="datetimeFigureOut">
              <a:rPr lang="zh-CN" altLang="en-US" smtClean="0"/>
              <a:t>2025-10-25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56DF3C-3BA0-8C4B-88A6-F3E7B82FD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015473-FDF7-E969-6ECF-1EDECAA7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6842-211D-4A94-8C7A-793912470E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081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72A1EA-A9B9-38C3-DB22-428344DE7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A8FF-59D2-4A08-B386-0DC47DCC0376}" type="datetimeFigureOut">
              <a:rPr lang="zh-CN" altLang="en-US" smtClean="0"/>
              <a:t>2025-10-25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F55BEB-B1D1-A782-04D3-DCE635E15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744A56-D9E2-6B3E-58B8-67C904FAC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6842-211D-4A94-8C7A-793912470E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995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6CE07B-AFF7-EF48-6139-D9F20A95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9035CE-2F7A-4251-7563-1848222EE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8808BE-32DD-4BBC-E885-55EE108B1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2DE1CB-3827-5E22-FD03-A704641D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A8FF-59D2-4A08-B386-0DC47DCC0376}" type="datetimeFigureOut">
              <a:rPr lang="zh-CN" altLang="en-US" smtClean="0"/>
              <a:t>2025-10-25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4BD6C7-ECAD-0197-B89B-DC93E7848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F13BAB-0D23-6900-6971-1DE3222B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6842-211D-4A94-8C7A-793912470E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500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BD35D-D75B-56AF-FDC4-3729547E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A461C8-B9A5-9B40-8574-CD1B69F84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AB17FE-7AD9-93DC-0C73-5314F1FDF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D154EF-11D3-7C74-833E-58717B4F3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A8FF-59D2-4A08-B386-0DC47DCC0376}" type="datetimeFigureOut">
              <a:rPr lang="zh-CN" altLang="en-US" smtClean="0"/>
              <a:t>2025-10-25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B87D08-C70B-7B1C-7FD2-8B6285FC6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2F7900-392F-E87E-C900-DA9FFF2BA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6842-211D-4A94-8C7A-793912470E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8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963AF-1AE8-5B92-2B41-2C37CD3AB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FC2206-F159-7F2C-C46F-F4405236D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598027-6F28-A914-391F-3C55C705A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A8FF-59D2-4A08-B386-0DC47DCC0376}" type="datetimeFigureOut">
              <a:rPr lang="zh-CN" altLang="en-US" smtClean="0"/>
              <a:t>2025-10-25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E0D884-50EB-6851-2668-5F2919211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EC40D9-C4D2-B7DC-0862-6F38122F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6842-211D-4A94-8C7A-793912470E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6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5E830E-29E6-2B92-8FCA-EE6D92D71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605A81-C9BD-8149-15AC-BEADB3742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EDD66-6107-EE11-A9E9-1606EEDA4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A8FF-59D2-4A08-B386-0DC47DCC0376}" type="datetimeFigureOut">
              <a:rPr lang="zh-CN" altLang="en-US" smtClean="0"/>
              <a:t>2025-10-25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AFDAE0-F744-DC88-9C65-D8B2CC67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4E2539-FEAD-B692-9A43-D2AA27AE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6842-211D-4A94-8C7A-793912470E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730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D4FB92-EF74-8980-B397-770FE4835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26C7B1-32D2-6C34-97ED-E16308CD6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C33C82-BA00-2ABC-8B3E-D03D5887A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9A8FF-59D2-4A08-B386-0DC47DCC0376}" type="datetimeFigureOut">
              <a:rPr lang="zh-CN" altLang="en-US" smtClean="0"/>
              <a:t>2025-10-25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FAB463-9D7E-63FF-6E4E-858EDE63F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83B675-2757-EA11-5FD4-0944E2B2E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56842-211D-4A94-8C7A-793912470E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49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E858FCA-3411-FC4C-8B07-55E3BF34BEC6}"/>
              </a:ext>
            </a:extLst>
          </p:cNvPr>
          <p:cNvSpPr/>
          <p:nvPr/>
        </p:nvSpPr>
        <p:spPr>
          <a:xfrm>
            <a:off x="1258160" y="1161907"/>
            <a:ext cx="9523280" cy="495701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F69220-9732-3050-F8DD-40DD475EEAF7}"/>
              </a:ext>
            </a:extLst>
          </p:cNvPr>
          <p:cNvSpPr/>
          <p:nvPr/>
        </p:nvSpPr>
        <p:spPr>
          <a:xfrm>
            <a:off x="2182501" y="367823"/>
            <a:ext cx="7418328" cy="529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一</a:t>
            </a:r>
            <a:r>
              <a:rPr lang="zh-CN" altLang="en-US" sz="3600" b="1" dirty="0">
                <a:solidFill>
                  <a:srgbClr val="FF0000"/>
                </a:solidFill>
              </a:rPr>
              <a:t>款多功能的调试器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51460D-3BBA-BAF0-9AFE-083B6434D999}"/>
              </a:ext>
            </a:extLst>
          </p:cNvPr>
          <p:cNvSpPr/>
          <p:nvPr/>
        </p:nvSpPr>
        <p:spPr>
          <a:xfrm>
            <a:off x="1410560" y="1314307"/>
            <a:ext cx="2897028" cy="14495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信号发生器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2837FD-185A-888C-5016-72F97E971FBD}"/>
              </a:ext>
            </a:extLst>
          </p:cNvPr>
          <p:cNvSpPr/>
          <p:nvPr/>
        </p:nvSpPr>
        <p:spPr>
          <a:xfrm>
            <a:off x="1410560" y="2991852"/>
            <a:ext cx="2897028" cy="14495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简易示波器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B74396-D9E2-2E8E-4A9F-5B112718CC42}"/>
              </a:ext>
            </a:extLst>
          </p:cNvPr>
          <p:cNvSpPr/>
          <p:nvPr/>
        </p:nvSpPr>
        <p:spPr>
          <a:xfrm>
            <a:off x="1410560" y="4555384"/>
            <a:ext cx="2897028" cy="14495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电压表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15B448-A448-945B-685C-B87159F4987A}"/>
              </a:ext>
            </a:extLst>
          </p:cNvPr>
          <p:cNvSpPr/>
          <p:nvPr/>
        </p:nvSpPr>
        <p:spPr>
          <a:xfrm>
            <a:off x="4546792" y="1314307"/>
            <a:ext cx="2897028" cy="14495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串口助手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A46F60-2E7D-051F-6E7B-3DA68BA2F50D}"/>
              </a:ext>
            </a:extLst>
          </p:cNvPr>
          <p:cNvSpPr/>
          <p:nvPr/>
        </p:nvSpPr>
        <p:spPr>
          <a:xfrm>
            <a:off x="4546792" y="2991852"/>
            <a:ext cx="2897028" cy="14495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4G/WIFI</a:t>
            </a:r>
            <a:r>
              <a:rPr lang="zh-CN" altLang="en-US" b="1" dirty="0">
                <a:solidFill>
                  <a:schemeClr val="tx1"/>
                </a:solidFill>
              </a:rPr>
              <a:t>数据上传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6BAB9-E9DE-38BE-A940-7ED832FA5AEC}"/>
              </a:ext>
            </a:extLst>
          </p:cNvPr>
          <p:cNvSpPr/>
          <p:nvPr/>
        </p:nvSpPr>
        <p:spPr>
          <a:xfrm>
            <a:off x="4546792" y="4555384"/>
            <a:ext cx="2897028" cy="14495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stlink</a:t>
            </a:r>
            <a:r>
              <a:rPr lang="zh-CN" altLang="en-US" b="1" dirty="0">
                <a:solidFill>
                  <a:schemeClr val="tx1"/>
                </a:solidFill>
              </a:rPr>
              <a:t>下载器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7DAD8B-10CC-4ABD-665B-41E127708C01}"/>
              </a:ext>
            </a:extLst>
          </p:cNvPr>
          <p:cNvSpPr/>
          <p:nvPr/>
        </p:nvSpPr>
        <p:spPr>
          <a:xfrm>
            <a:off x="7683024" y="1314306"/>
            <a:ext cx="2897028" cy="14495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数控电源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482668-6109-18F2-AA68-13AD3F804F04}"/>
              </a:ext>
            </a:extLst>
          </p:cNvPr>
          <p:cNvSpPr/>
          <p:nvPr/>
        </p:nvSpPr>
        <p:spPr>
          <a:xfrm>
            <a:off x="7683024" y="2991851"/>
            <a:ext cx="2897028" cy="14495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数字频率计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1EA1B6-A213-4F30-5252-3298208CFD0B}"/>
              </a:ext>
            </a:extLst>
          </p:cNvPr>
          <p:cNvSpPr/>
          <p:nvPr/>
        </p:nvSpPr>
        <p:spPr>
          <a:xfrm>
            <a:off x="7683024" y="4555384"/>
            <a:ext cx="2897028" cy="14495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LVGL</a:t>
            </a:r>
            <a:r>
              <a:rPr lang="zh-CN" altLang="en-US" b="1" dirty="0">
                <a:solidFill>
                  <a:schemeClr val="tx1"/>
                </a:solidFill>
              </a:rPr>
              <a:t>交互显示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5774C8-CE14-E1FB-026C-3D2DAA6E0F6B}"/>
              </a:ext>
            </a:extLst>
          </p:cNvPr>
          <p:cNvSpPr/>
          <p:nvPr/>
        </p:nvSpPr>
        <p:spPr>
          <a:xfrm>
            <a:off x="-1966376" y="708718"/>
            <a:ext cx="7418328" cy="529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功能预览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11F32B-0755-99E2-B7FB-7F710511D459}"/>
              </a:ext>
            </a:extLst>
          </p:cNvPr>
          <p:cNvSpPr/>
          <p:nvPr/>
        </p:nvSpPr>
        <p:spPr>
          <a:xfrm>
            <a:off x="6697564" y="6195117"/>
            <a:ext cx="7418328" cy="529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</a:rPr>
              <a:t>可继续扩展功能</a:t>
            </a:r>
            <a:r>
              <a:rPr lang="en-US" altLang="zh-CN" sz="3200" b="1" dirty="0">
                <a:solidFill>
                  <a:srgbClr val="0070C0"/>
                </a:solidFill>
              </a:rPr>
              <a:t>……</a:t>
            </a:r>
            <a:endParaRPr lang="zh-CN" altLang="en-US" sz="3200" b="1" dirty="0">
              <a:solidFill>
                <a:srgbClr val="0070C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2E1FCD-8332-E2E9-59CE-CDD5E7929780}"/>
              </a:ext>
            </a:extLst>
          </p:cNvPr>
          <p:cNvSpPr/>
          <p:nvPr/>
        </p:nvSpPr>
        <p:spPr>
          <a:xfrm>
            <a:off x="1258160" y="6232931"/>
            <a:ext cx="7306720" cy="49157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扩展想法：</a:t>
            </a:r>
            <a:r>
              <a:rPr lang="en-US" altLang="zh-CN" b="1" dirty="0">
                <a:solidFill>
                  <a:schemeClr val="tx1"/>
                </a:solidFill>
              </a:rPr>
              <a:t>AI</a:t>
            </a:r>
            <a:r>
              <a:rPr lang="zh-CN" altLang="en-US" b="1" dirty="0">
                <a:solidFill>
                  <a:schemeClr val="tx1"/>
                </a:solidFill>
              </a:rPr>
              <a:t>小智（类似</a:t>
            </a:r>
            <a:r>
              <a:rPr lang="en-US" altLang="zh-CN" b="1" dirty="0" err="1">
                <a:solidFill>
                  <a:schemeClr val="tx1"/>
                </a:solidFill>
              </a:rPr>
              <a:t>deepseek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温湿度传感器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实时定位（指南针）</a:t>
            </a:r>
          </a:p>
        </p:txBody>
      </p:sp>
    </p:spTree>
    <p:extLst>
      <p:ext uri="{BB962C8B-B14F-4D97-AF65-F5344CB8AC3E}">
        <p14:creationId xmlns:p14="http://schemas.microsoft.com/office/powerpoint/2010/main" val="151552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A3583-6106-2A4C-7480-543D339D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33AD5D8-7749-B7A2-DA01-86E9393E8268}"/>
              </a:ext>
            </a:extLst>
          </p:cNvPr>
          <p:cNvSpPr/>
          <p:nvPr/>
        </p:nvSpPr>
        <p:spPr>
          <a:xfrm>
            <a:off x="165606" y="613686"/>
            <a:ext cx="11860788" cy="12844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功能描述：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algn="just"/>
            <a:r>
              <a:rPr lang="zh-CN" altLang="en-US" b="1" dirty="0">
                <a:solidFill>
                  <a:srgbClr val="FF0000"/>
                </a:solidFill>
              </a:rPr>
              <a:t>实现一个便携式，集成多功能的调试器，示波器，信号发生器，数控电源等一体的设备，目前的想法是采用</a:t>
            </a:r>
            <a:r>
              <a:rPr lang="en-US" altLang="zh-CN" b="1" dirty="0">
                <a:solidFill>
                  <a:srgbClr val="FF0000"/>
                </a:solidFill>
              </a:rPr>
              <a:t>STM32+ESP32</a:t>
            </a:r>
            <a:r>
              <a:rPr lang="zh-CN" altLang="en-US" b="1" dirty="0">
                <a:solidFill>
                  <a:srgbClr val="FF0000"/>
                </a:solidFill>
              </a:rPr>
              <a:t>作为主控，</a:t>
            </a:r>
            <a:r>
              <a:rPr lang="en-US" altLang="zh-CN" b="1" dirty="0">
                <a:solidFill>
                  <a:srgbClr val="FF0000"/>
                </a:solidFill>
              </a:rPr>
              <a:t>ESP32</a:t>
            </a:r>
            <a:r>
              <a:rPr lang="zh-CN" altLang="en-US" b="1" dirty="0">
                <a:solidFill>
                  <a:srgbClr val="FF0000"/>
                </a:solidFill>
              </a:rPr>
              <a:t>端完成</a:t>
            </a:r>
            <a:r>
              <a:rPr lang="en-US" altLang="zh-CN" b="1" dirty="0">
                <a:solidFill>
                  <a:srgbClr val="FF0000"/>
                </a:solidFill>
              </a:rPr>
              <a:t>LVGL</a:t>
            </a:r>
            <a:r>
              <a:rPr lang="zh-CN" altLang="en-US" b="1" dirty="0">
                <a:solidFill>
                  <a:srgbClr val="FF0000"/>
                </a:solidFill>
              </a:rPr>
              <a:t>人机交互界面（下位机开发），接收</a:t>
            </a:r>
            <a:r>
              <a:rPr lang="en-US" altLang="zh-CN" b="1" dirty="0">
                <a:solidFill>
                  <a:srgbClr val="FF0000"/>
                </a:solidFill>
              </a:rPr>
              <a:t>STM32</a:t>
            </a:r>
            <a:r>
              <a:rPr lang="zh-CN" altLang="en-US" b="1" dirty="0">
                <a:solidFill>
                  <a:srgbClr val="FF0000"/>
                </a:solidFill>
              </a:rPr>
              <a:t>端的数据并进行显示处理</a:t>
            </a:r>
            <a:endParaRPr lang="en-US" altLang="zh-CN" b="1" dirty="0">
              <a:solidFill>
                <a:srgbClr val="FF0000"/>
              </a:solidFill>
            </a:endParaRPr>
          </a:p>
          <a:p>
            <a:pPr algn="just"/>
            <a:r>
              <a:rPr lang="zh-CN" altLang="en-US" b="1" dirty="0">
                <a:solidFill>
                  <a:srgbClr val="FF0000"/>
                </a:solidFill>
              </a:rPr>
              <a:t>，同时使用</a:t>
            </a:r>
            <a:r>
              <a:rPr lang="en-US" altLang="zh-CN" b="1" dirty="0">
                <a:solidFill>
                  <a:srgbClr val="FF0000"/>
                </a:solidFill>
              </a:rPr>
              <a:t>ESP32</a:t>
            </a:r>
            <a:r>
              <a:rPr lang="zh-CN" altLang="en-US" b="1" dirty="0">
                <a:solidFill>
                  <a:srgbClr val="FF0000"/>
                </a:solidFill>
              </a:rPr>
              <a:t>带有的</a:t>
            </a:r>
            <a:r>
              <a:rPr lang="en-US" altLang="zh-CN" b="1" dirty="0">
                <a:solidFill>
                  <a:srgbClr val="FF0000"/>
                </a:solidFill>
              </a:rPr>
              <a:t>WIFI</a:t>
            </a:r>
            <a:r>
              <a:rPr lang="zh-CN" altLang="en-US" b="1" dirty="0">
                <a:solidFill>
                  <a:srgbClr val="FF0000"/>
                </a:solidFill>
              </a:rPr>
              <a:t>通信，基于云服务器（</a:t>
            </a:r>
            <a:r>
              <a:rPr lang="en-US" altLang="zh-CN" b="1" dirty="0" err="1">
                <a:solidFill>
                  <a:srgbClr val="FF0000"/>
                </a:solidFill>
              </a:rPr>
              <a:t>Onenet</a:t>
            </a:r>
            <a:r>
              <a:rPr lang="zh-CN" altLang="en-US" b="1" dirty="0">
                <a:solidFill>
                  <a:srgbClr val="FF0000"/>
                </a:solidFill>
              </a:rPr>
              <a:t>）搭建上位机平台（网页）。</a:t>
            </a:r>
            <a:r>
              <a:rPr lang="en-US" altLang="zh-CN" b="1" dirty="0">
                <a:solidFill>
                  <a:srgbClr val="FF0000"/>
                </a:solidFill>
              </a:rPr>
              <a:t>STM32</a:t>
            </a:r>
            <a:r>
              <a:rPr lang="zh-CN" altLang="en-US" b="1" dirty="0">
                <a:solidFill>
                  <a:srgbClr val="FF0000"/>
                </a:solidFill>
              </a:rPr>
              <a:t>则完成信号处理与通信。</a:t>
            </a:r>
            <a:endParaRPr lang="en-US" altLang="zh-CN" b="1" dirty="0">
              <a:solidFill>
                <a:srgbClr val="FF0000"/>
              </a:solidFill>
            </a:endParaRPr>
          </a:p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077B89-BFAD-ADD0-F125-3E196C9C38D7}"/>
              </a:ext>
            </a:extLst>
          </p:cNvPr>
          <p:cNvSpPr/>
          <p:nvPr/>
        </p:nvSpPr>
        <p:spPr>
          <a:xfrm>
            <a:off x="374898" y="1972862"/>
            <a:ext cx="7936488" cy="529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</a:rPr>
              <a:t>1.</a:t>
            </a:r>
            <a:r>
              <a:rPr lang="zh-CN" altLang="en-US" b="1" dirty="0">
                <a:solidFill>
                  <a:schemeClr val="tx1"/>
                </a:solidFill>
              </a:rPr>
              <a:t>信号发生器：设计实现正弦波，三角波，方波信号的可调频率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幅值发生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299521-7F42-C86C-5DF0-5F4C21EAB0DD}"/>
              </a:ext>
            </a:extLst>
          </p:cNvPr>
          <p:cNvSpPr/>
          <p:nvPr/>
        </p:nvSpPr>
        <p:spPr>
          <a:xfrm>
            <a:off x="374898" y="2502251"/>
            <a:ext cx="11258808" cy="529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</a:rPr>
              <a:t>2.</a:t>
            </a:r>
            <a:r>
              <a:rPr lang="zh-CN" altLang="en-US" b="1" dirty="0">
                <a:solidFill>
                  <a:schemeClr val="tx1"/>
                </a:solidFill>
              </a:rPr>
              <a:t>简易示波器：设计实现对输入信号的电压波形绘制显示，以及频率，幅值（峰峰值），均值，谐波分析（</a:t>
            </a:r>
            <a:r>
              <a:rPr lang="en-US" altLang="zh-CN" b="1" dirty="0">
                <a:solidFill>
                  <a:schemeClr val="tx1"/>
                </a:solidFill>
              </a:rPr>
              <a:t>THD</a:t>
            </a:r>
            <a:r>
              <a:rPr lang="zh-CN" altLang="en-US" b="1" dirty="0">
                <a:solidFill>
                  <a:schemeClr val="tx1"/>
                </a:solidFill>
              </a:rPr>
              <a:t>）等等参数显示与测量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DCB452-7887-A7A6-F101-9691F4CF7A9B}"/>
              </a:ext>
            </a:extLst>
          </p:cNvPr>
          <p:cNvSpPr/>
          <p:nvPr/>
        </p:nvSpPr>
        <p:spPr>
          <a:xfrm>
            <a:off x="374898" y="3031640"/>
            <a:ext cx="11258808" cy="529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</a:rPr>
              <a:t>3.</a:t>
            </a:r>
            <a:r>
              <a:rPr lang="zh-CN" altLang="en-US" b="1" dirty="0">
                <a:solidFill>
                  <a:schemeClr val="tx1"/>
                </a:solidFill>
              </a:rPr>
              <a:t>电压表：设计实现完成数字电压表测量，能够测量电压，电阻等大小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AE027F-0A7A-2972-8DE1-3100A7B66A4E}"/>
              </a:ext>
            </a:extLst>
          </p:cNvPr>
          <p:cNvSpPr/>
          <p:nvPr/>
        </p:nvSpPr>
        <p:spPr>
          <a:xfrm>
            <a:off x="374898" y="3497906"/>
            <a:ext cx="11258808" cy="529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</a:rPr>
              <a:t>4.</a:t>
            </a:r>
            <a:r>
              <a:rPr lang="zh-CN" altLang="en-US" b="1" dirty="0">
                <a:solidFill>
                  <a:schemeClr val="tx1"/>
                </a:solidFill>
              </a:rPr>
              <a:t>串口助手：相当于一个串口调试器，可用于对其它设备使用串口进行调试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F019EF-0145-4A1F-2A31-7AE9175F0C09}"/>
              </a:ext>
            </a:extLst>
          </p:cNvPr>
          <p:cNvSpPr/>
          <p:nvPr/>
        </p:nvSpPr>
        <p:spPr>
          <a:xfrm>
            <a:off x="374898" y="3964172"/>
            <a:ext cx="11258808" cy="529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</a:rPr>
              <a:t>5.4G/WIFI</a:t>
            </a:r>
            <a:r>
              <a:rPr lang="zh-CN" altLang="en-US" b="1" dirty="0">
                <a:solidFill>
                  <a:schemeClr val="tx1"/>
                </a:solidFill>
              </a:rPr>
              <a:t>数据上传：对不同功能所测量的参数进行上传并在上位机显示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BC162E8-FBC2-70E3-75BD-C198D1483595}"/>
              </a:ext>
            </a:extLst>
          </p:cNvPr>
          <p:cNvSpPr/>
          <p:nvPr/>
        </p:nvSpPr>
        <p:spPr>
          <a:xfrm>
            <a:off x="374898" y="4493561"/>
            <a:ext cx="11258808" cy="529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</a:rPr>
              <a:t>6.Stlink</a:t>
            </a:r>
            <a:r>
              <a:rPr lang="zh-CN" altLang="en-US" b="1" dirty="0">
                <a:solidFill>
                  <a:schemeClr val="tx1"/>
                </a:solidFill>
              </a:rPr>
              <a:t>下载器：可作为一个单独的下载器，用于烧录</a:t>
            </a:r>
            <a:r>
              <a:rPr lang="en-US" altLang="zh-CN" b="1" dirty="0">
                <a:solidFill>
                  <a:schemeClr val="tx1"/>
                </a:solidFill>
              </a:rPr>
              <a:t>stm32</a:t>
            </a:r>
            <a:r>
              <a:rPr lang="zh-CN" altLang="en-US" b="1" dirty="0">
                <a:solidFill>
                  <a:schemeClr val="tx1"/>
                </a:solidFill>
              </a:rPr>
              <a:t>有关的程序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C205C1-49C5-84F3-6445-BB7579280F29}"/>
              </a:ext>
            </a:extLst>
          </p:cNvPr>
          <p:cNvSpPr/>
          <p:nvPr/>
        </p:nvSpPr>
        <p:spPr>
          <a:xfrm>
            <a:off x="374898" y="4959827"/>
            <a:ext cx="11258808" cy="529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</a:rPr>
              <a:t>7.</a:t>
            </a:r>
            <a:r>
              <a:rPr lang="zh-CN" altLang="en-US" b="1" dirty="0">
                <a:solidFill>
                  <a:schemeClr val="tx1"/>
                </a:solidFill>
              </a:rPr>
              <a:t>数控电源：可用于一个直流电源，用来产生一定大小的电压，电流，并显示功率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7A6151-457C-1D6E-FAC5-625BC8348A98}"/>
              </a:ext>
            </a:extLst>
          </p:cNvPr>
          <p:cNvSpPr/>
          <p:nvPr/>
        </p:nvSpPr>
        <p:spPr>
          <a:xfrm>
            <a:off x="374898" y="5426093"/>
            <a:ext cx="11258808" cy="529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</a:rPr>
              <a:t>8.</a:t>
            </a:r>
            <a:r>
              <a:rPr lang="zh-CN" altLang="en-US" b="1" dirty="0">
                <a:solidFill>
                  <a:schemeClr val="tx1"/>
                </a:solidFill>
              </a:rPr>
              <a:t>数字频率计：直接用于测量被测信号的频率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58375B-276C-F3D9-D93E-12D262061CDC}"/>
              </a:ext>
            </a:extLst>
          </p:cNvPr>
          <p:cNvSpPr/>
          <p:nvPr/>
        </p:nvSpPr>
        <p:spPr>
          <a:xfrm>
            <a:off x="374898" y="5855444"/>
            <a:ext cx="11258808" cy="529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</a:rPr>
              <a:t>9.LVGL</a:t>
            </a:r>
            <a:r>
              <a:rPr lang="zh-CN" altLang="en-US" b="1" dirty="0">
                <a:solidFill>
                  <a:schemeClr val="tx1"/>
                </a:solidFill>
              </a:rPr>
              <a:t>交互显示：完成功能集成，菜单选择，以及开关机动画，波形显示，电量显示，数据保存等等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2AA7D0-B362-7635-A25A-C924C1F81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708" y="2849592"/>
            <a:ext cx="3472686" cy="205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418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339</Words>
  <Application>Microsoft Office PowerPoint</Application>
  <PresentationFormat>宽屏</PresentationFormat>
  <Paragraphs>25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ack J</dc:creator>
  <cp:lastModifiedBy>ack J</cp:lastModifiedBy>
  <cp:revision>15</cp:revision>
  <dcterms:created xsi:type="dcterms:W3CDTF">2025-10-25T07:54:12Z</dcterms:created>
  <dcterms:modified xsi:type="dcterms:W3CDTF">2025-10-25T08:40:04Z</dcterms:modified>
</cp:coreProperties>
</file>